
<file path=[Content_Types].xml><?xml version="1.0" encoding="utf-8"?>
<Types xmlns="http://schemas.openxmlformats.org/package/2006/content-types">
  <Default Extension="xml" ContentType="application/vnd.openxmlformats-package.core-properties+xml"/>
  <Default Extension="wmf" ContentType="image/x-wmf"/>
  <Default Extension="emf" ContentType="image/x-emf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8500b12c2d4c29" /><Relationship Type="http://schemas.openxmlformats.org/officeDocument/2006/relationships/extended-properties" Target="/docProps/app.xml" Id="Raa7b6fd1f8704058" /><Relationship Type="http://schemas.openxmlformats.org/officeDocument/2006/relationships/officeDocument" Target="/ppt/presentation.xml" Id="R560f710e326945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2825555fb44dae"/>
    <p:sldMasterId xmlns:r="http://schemas.openxmlformats.org/officeDocument/2006/relationships" id="2147483697" r:id="R3d2c24a0e9884d8d"/>
  </p:sldMasterIdLst>
  <p:notesMasterIdLst>
    <p:notesMasterId xmlns:r="http://schemas.openxmlformats.org/officeDocument/2006/relationships" r:id="R8f207944b87945ae"/>
  </p:notesMasterIdLst>
  <p:sldIdLst>
    <p:sldId xmlns:r="http://schemas.openxmlformats.org/officeDocument/2006/relationships" id="256" r:id="R383c910ae36d48b0"/>
    <p:sldId xmlns:r="http://schemas.openxmlformats.org/officeDocument/2006/relationships" id="257" r:id="R876d7ba0fba8409f"/>
    <p:sldId xmlns:r="http://schemas.openxmlformats.org/officeDocument/2006/relationships" id="258" r:id="R98175e16d1a245b3"/>
    <p:sldId xmlns:r="http://schemas.openxmlformats.org/officeDocument/2006/relationships" id="259" r:id="Rd18e1a5cbec845b6"/>
    <p:sldId xmlns:r="http://schemas.openxmlformats.org/officeDocument/2006/relationships" id="260" r:id="R9e28ce6cb88d4960"/>
    <p:sldId xmlns:r="http://schemas.openxmlformats.org/officeDocument/2006/relationships" id="261" r:id="R16fc14b62a814ebc"/>
    <p:sldId xmlns:r="http://schemas.openxmlformats.org/officeDocument/2006/relationships" id="262" r:id="Rd42af881a7b6479f"/>
    <p:sldId xmlns:r="http://schemas.openxmlformats.org/officeDocument/2006/relationships" id="263" r:id="R755b0f8f959b4cf4"/>
    <p:sldId xmlns:r="http://schemas.openxmlformats.org/officeDocument/2006/relationships" id="264" r:id="Re5ed39ddd8a246b1"/>
    <p:sldId xmlns:r="http://schemas.openxmlformats.org/officeDocument/2006/relationships" id="265" r:id="R906465de09064141"/>
    <p:sldId xmlns:r="http://schemas.openxmlformats.org/officeDocument/2006/relationships" id="266" r:id="R56169cdcc1c345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cd31f461034b1e" /><Relationship Type="http://schemas.openxmlformats.org/officeDocument/2006/relationships/slideMaster" Target="/ppt/slideMasters/slideMaster1.xml" Id="Rf72825555fb44dae" /><Relationship Type="http://schemas.openxmlformats.org/officeDocument/2006/relationships/slideMaster" Target="/ppt/slideMasters/slideMaster2.xml" Id="R3d2c24a0e9884d8d" /><Relationship Type="http://schemas.openxmlformats.org/officeDocument/2006/relationships/notesMaster" Target="/ppt/notesMasters/notesMaster1.xml" Id="R8f207944b87945ae" /><Relationship Type="http://schemas.openxmlformats.org/officeDocument/2006/relationships/presProps" Target="/ppt/presProps.xml" Id="Rf782bf102bb848d5" /><Relationship Type="http://schemas.openxmlformats.org/officeDocument/2006/relationships/viewProps" Target="/ppt/viewProps.xml" Id="Ref1457781ff3433d" /><Relationship Type="http://schemas.openxmlformats.org/officeDocument/2006/relationships/tableStyles" Target="/ppt/tableStyles.xml" Id="R5e19270e7e08416c" /><Relationship Type="http://schemas.openxmlformats.org/officeDocument/2006/relationships/slide" Target="/ppt/slides/slide1.xml" Id="R383c910ae36d48b0" /><Relationship Type="http://schemas.openxmlformats.org/officeDocument/2006/relationships/slide" Target="/ppt/slides/slide2.xml" Id="R876d7ba0fba8409f" /><Relationship Type="http://schemas.openxmlformats.org/officeDocument/2006/relationships/slide" Target="/ppt/slides/slide3.xml" Id="R98175e16d1a245b3" /><Relationship Type="http://schemas.openxmlformats.org/officeDocument/2006/relationships/slide" Target="/ppt/slides/slide4.xml" Id="Rd18e1a5cbec845b6" /><Relationship Type="http://schemas.openxmlformats.org/officeDocument/2006/relationships/slide" Target="/ppt/slides/slide5.xml" Id="R9e28ce6cb88d4960" /><Relationship Type="http://schemas.openxmlformats.org/officeDocument/2006/relationships/slide" Target="/ppt/slides/slide6.xml" Id="R16fc14b62a814ebc" /><Relationship Type="http://schemas.openxmlformats.org/officeDocument/2006/relationships/slide" Target="/ppt/slides/slide7.xml" Id="Rd42af881a7b6479f" /><Relationship Type="http://schemas.openxmlformats.org/officeDocument/2006/relationships/slide" Target="/ppt/slides/slide8.xml" Id="R755b0f8f959b4cf4" /><Relationship Type="http://schemas.openxmlformats.org/officeDocument/2006/relationships/slide" Target="/ppt/slides/slide9.xml" Id="Re5ed39ddd8a246b1" /><Relationship Type="http://schemas.openxmlformats.org/officeDocument/2006/relationships/slide" Target="/ppt/slides/slide10.xml" Id="R906465de09064141" /><Relationship Type="http://schemas.openxmlformats.org/officeDocument/2006/relationships/slide" Target="/ppt/slides/slide11.xml" Id="R56169cdcc1c345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cb2e347cf3745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hite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9b99dc2cd848ce" /><Relationship Type="http://schemas.openxmlformats.org/officeDocument/2006/relationships/notesMaster" Target="/ppt/notesMasters/notesMaster1.xml" Id="R6d443874ca1542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195b8514244bbb" /><Relationship Type="http://schemas.openxmlformats.org/officeDocument/2006/relationships/notesMaster" Target="/ppt/notesMasters/notesMaster1.xml" Id="R751c9a9f5cb545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fa989234fe4088" /><Relationship Type="http://schemas.openxmlformats.org/officeDocument/2006/relationships/notesMaster" Target="/ppt/notesMasters/notesMaster1.xml" Id="R05fffc8d523741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1ca1ff24af46ca" /><Relationship Type="http://schemas.openxmlformats.org/officeDocument/2006/relationships/notesMaster" Target="/ppt/notesMasters/notesMaster1.xml" Id="R0f68884aa27348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64dc959a2640b4" /><Relationship Type="http://schemas.openxmlformats.org/officeDocument/2006/relationships/notesMaster" Target="/ppt/notesMasters/notesMaster1.xml" Id="R6b43fbd949904f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7f6a0f6c8c4f83" /><Relationship Type="http://schemas.openxmlformats.org/officeDocument/2006/relationships/notesMaster" Target="/ppt/notesMasters/notesMaster1.xml" Id="Re1318fe1945f45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4e5045e2a84fc6" /><Relationship Type="http://schemas.openxmlformats.org/officeDocument/2006/relationships/notesMaster" Target="/ppt/notesMasters/notesMaster1.xml" Id="Rb3f3bd2048ad4a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d2e943966745a9" /><Relationship Type="http://schemas.openxmlformats.org/officeDocument/2006/relationships/notesMaster" Target="/ppt/notesMasters/notesMaster1.xml" Id="R77b613e3a78b4a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c1bd4a618b4e6e" /><Relationship Type="http://schemas.openxmlformats.org/officeDocument/2006/relationships/notesMaster" Target="/ppt/notesMasters/notesMaster1.xml" Id="Ra979e61a537c42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a72af2f9ef42e5" /><Relationship Type="http://schemas.openxmlformats.org/officeDocument/2006/relationships/notesMaster" Target="/ppt/notesMasters/notesMaster1.xml" Id="Ra029bea1ee284e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ab6d09877f4f4a" /><Relationship Type="http://schemas.openxmlformats.org/officeDocument/2006/relationships/notesMaster" Target="/ppt/notesMasters/notesMaster1.xml" Id="Rff5a2497787049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https://arxiv.org/abs/2407.01502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https://arxiv.org/abs/2407.01502</a:t>
            </a:r>
            <a:endParaRPr/>
          </a:p>
          <a:p xmlns:a="http://schemas.openxmlformats.org/drawingml/2006/main">
            <a:r>
              <a:t>- https://arxiv.org/abs/2508.02694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https://arxiv.org/abs/2407.01502</a:t>
            </a:r>
            <a:endParaRPr/>
          </a:p>
          <a:p xmlns:a="http://schemas.openxmlformats.org/drawingml/2006/main">
            <a:r>
              <a:t>- https://arxiv.org/abs/2508.02694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https://arxiv.org/abs/2406.18665</a:t>
            </a:r>
            <a:endParaRPr/>
          </a:p>
          <a:p xmlns:a="http://schemas.openxmlformats.org/drawingml/2006/main">
            <a:r>
              <a:t>- https://github.com/lm-sys/RouteLLM</a:t>
            </a:r>
            <a:endParaRPr/>
          </a:p>
          <a:p xmlns:a="http://schemas.openxmlformats.org/drawingml/2006/main">
            <a:r>
              <a:t>- https://github.com/stanford-futuredata/FrugalGPT</a:t>
            </a:r>
            <a:endParaRPr/>
          </a:p>
          <a:p xmlns:a="http://schemas.openxmlformats.org/drawingml/2006/main">
            <a:r>
              <a:t>- https://github.com/zilliztech/GPTCache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 typeface="Wingdings"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https://arxiv.org/abs/2312.04511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https://github.com/SqueezeAILab/LLMCompiler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 typeface="Wingdings"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https://papers.neurips.cc/paper_files/paper/2023/hash/91edff07232fb1b55a505a9e9f6c0ff3-Abstract-Conference.html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https://arxiv.org/abs/2303.11366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https://github.com/noahshinn/reflexion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https://arxiv.org/abs/2310.05736</a:t>
            </a:r>
            <a:endParaRPr/>
          </a:p>
          <a:p xmlns:a="http://schemas.openxmlformats.org/drawingml/2006/main">
            <a:r>
              <a:t>- https://github.com/microsoft/LLMLingua</a:t>
            </a:r>
            <a:endParaRPr/>
          </a:p>
          <a:p xmlns:a="http://schemas.openxmlformats.org/drawingml/2006/main">
            <a:r>
              <a:t>- https://openreview.net/forum?id=LkzuPorQ5L</a:t>
            </a:r>
            <a:endParaRPr/>
          </a:p>
          <a:p xmlns:a="http://schemas.openxmlformats.org/drawingml/2006/main">
            <a:r>
              <a:t>- https://github.com/yanweiyue/AgentPrune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https://arxiv.org/abs/2310.02170</a:t>
            </a:r>
            <a:endParaRPr/>
          </a:p>
          <a:p xmlns:a="http://schemas.openxmlformats.org/drawingml/2006/main">
            <a:r>
              <a:t>- https://github.com/SALT-NLP/DyLAN</a:t>
            </a:r>
            <a:endParaRPr/>
          </a:p>
          <a:p xmlns:a="http://schemas.openxmlformats.org/drawingml/2006/main">
            <a:r>
              <a:t>- https://openreview.net/forum?id=LkzuPorQ5L</a:t>
            </a:r>
            <a:endParaRPr/>
          </a:p>
          <a:p xmlns:a="http://schemas.openxmlformats.org/drawingml/2006/main">
            <a:r>
              <a:t>- https://arxiv.org/abs/2508.02694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 typeface="Wingdings"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https://arxiv.org/abs/2407.01502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https://github.com/stanfordnlp/dspy/blob/main/docs/docs/learn/optimization/optimizers.md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https://arxiv.org/abs/2407.01502</a:t>
            </a:r>
            <a:endParaRPr/>
          </a:p>
          <a:p xmlns:a="http://schemas.openxmlformats.org/drawingml/2006/main">
            <a:r>
              <a:t>- https://arxiv.org/abs/2508.02694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 typeface="Wingdings"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https://arxiv.org/abs/2407.01502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https://github.com/lm-sys/RouteLLM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https://github.com/SqueezeAILab/LLMCompiler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- https://github.com/yanweiyue/AgentPrune</a:t>
            </a:r>
            <a:endParaRPr/>
          </a:p>
          <a:p xmlns:a="http://schemas.openxmlformats.org/drawingml/2006/main">
            <a:pPr marL="0" indent="0">
              <a:buFont typeface="Wingdings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9356abbcb4b25" /><Relationship Type="http://schemas.openxmlformats.org/officeDocument/2006/relationships/image" Target="/ppt/media/image.wmf" Id="R598c58592f414b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0a74bbd6c42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4897a37644b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c7cbaebdf48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5fa0f99ae45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2e50be57f41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7dbfc88db4e1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d275a467244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128725f73400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b4814a106496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22fc66e9348a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1573e55aa4aa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5c19cb1d9460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1d36e867d442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a79fa36a1400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f741f361a4f7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e618d8c5a46c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9d84fa962436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5948e1bc2468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01e7ac5bb4e9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82f2ab6924b4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3944f0c6b4b4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2dd567e49478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69d34a26641d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95d63af94414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f939509f44aa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3d24bed4443c4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9277a37304606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0af355eed74f9e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c22874de44433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fe5a34eb04606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64cb254e646f2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f73f469ba400c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76300f08345a1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68e9199ed4e8e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2f52529f44ec9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72b15c307415d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ea56e2c48402b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35d03301d4b06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a8d09f0344d03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0edb9b1af46b5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ac8c86a294441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c8bf48ec244f5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09f15ade34c3c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68bae46134ba2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342028f104c29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d20a33c9941cb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24b5aa82a4357" /><Relationship Type="http://schemas.openxmlformats.org/officeDocument/2006/relationships/image" Target="/ppt/media/image.wmf" Id="R0774ba536c9644bb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64862896ff45ae" /><Relationship Type="http://schemas.openxmlformats.org/officeDocument/2006/relationships/image" Target="/ppt/media/image.emf" Id="Rd8be537bbbc54012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b8e31ebb2049bc" /><Relationship Type="http://schemas.openxmlformats.org/officeDocument/2006/relationships/image" Target="/ppt/media/image.emf" Id="R4f2c9a1e1ba54c47" /></Relationships>
</file>

<file path=ppt/slideLayouts/slideLayout1.xml><?xml version="1.0" encoding="utf-8"?>
<p:sldLayout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16EA43-F309-432A-B2C8-135D926B64F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40000" y="1260000"/>
            <a:ext cx="1111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algn="l">
              <a:buNone/>
              <a:defRPr sz="28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913C9AF-7C68-4143-B1FA-A6DA0F5C39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0000" y="2160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5BAB4A-6856-4596-AC9D-CD776E2EBB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000" y="306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l">
              <a:buNone/>
              <a:defRPr sz="1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2" name="Textplatzhalter 18">
            <a:extLst xmlns:a="http://schemas.openxmlformats.org/drawingml/2006/main">
              <a:ext uri="{FF2B5EF4-FFF2-40B4-BE49-F238E27FC236}">
                <a16:creationId xmlns:a16="http://schemas.microsoft.com/office/drawing/2014/main" id="{B131F28D-0C05-446B-A127-8F06082D639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40000" y="3420000"/>
            <a:ext cx="11113200" cy="360000"/>
          </a:xfr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marL="358775" indent="-358775" algn="l">
              <a:buNone/>
              <a:defRPr sz="1800" b="0" i="0" baseline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Referent</a:t>
            </a:r>
            <a:endParaRPr/>
          </a:p>
        </p:txBody>
      </p:sp>
      <p:pic>
        <p:nvPicPr>
          <p:cNvPr id="20" name="Bild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c58592f414b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26602"/>
          </a:xfrm>
          <a:prstGeom xmlns:a="http://schemas.openxmlformats.org/drawingml/2006/main" prst="rect">
            <a:avLst/>
          </a:prstGeom>
        </p:spPr>
      </p:pic>
      <p:sp>
        <p:nvSpPr>
          <p:cNvPr id="14" name="Textfeld 10">
            <a:extLst xmlns:a="http://schemas.openxmlformats.org/drawingml/2006/main">
              <a:ext uri="{FF2B5EF4-FFF2-40B4-BE49-F238E27FC236}">
                <a16:creationId xmlns:a16="http://schemas.microsoft.com/office/drawing/2014/main" id="{90693544-2355-4E0B-BB6A-01F432D6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40000"/>
            <a:ext cx="7160425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tx2"/>
                </a:solidFill>
                <a:latin typeface="+mn-lt"/>
                <a:ea typeface="+mn-lt"/>
                <a:cs typeface="+mn-lt"/>
              </a:rPr>
              <a:t>Lehrstuhl für Robotik, Künstliche Intelligenz und Echtzeitsysteme</a:t>
            </a:r>
            <a:endParaRPr sz="1000">
              <a:solidFill>
                <a:schemeClr val="tx2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tx2"/>
                </a:solidFill>
                <a:latin typeface="+mn-lt"/>
                <a:ea typeface="+mn-lt"/>
                <a:cs typeface="+mn-lt"/>
              </a:rPr>
              <a:t>TUM School of Computation, Information and Technology </a:t>
            </a:r>
            <a:endParaRPr sz="1000">
              <a:solidFill>
                <a:schemeClr val="tx2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tx2"/>
                </a:solidFill>
                <a:latin typeface="+mn-lt"/>
                <a:ea typeface="+mn-lt"/>
                <a:cs typeface="+mn-lt"/>
              </a:rPr>
              <a:t>Technische Universität</a:t>
            </a:r>
            <a:r>
              <a:rPr sz="1000">
                <a:solidFill>
                  <a:schemeClr val="tx2"/>
                </a:solidFill>
                <a:latin typeface="+mn-lt"/>
                <a:ea typeface="+mn-lt"/>
                <a:cs typeface="+mn-lt"/>
              </a:rPr>
              <a:t> München</a:t>
            </a:r>
            <a:endParaRPr sz="1000">
              <a:solidFill>
                <a:schemeClr val="tx2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4DC66D-76EC-4F93-A223-0091B7EFA1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3EB6232-B50C-4802-894E-46465354DEA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21FCF9-AF41-425A-ADCD-816CA56C20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111132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F34980-A842-4487-8751-0AEE175686D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8FFE2A-AB48-453D-89B5-33B8044414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676FEF-19C9-4400-8963-E33F8FAE7A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18A1ED18-9FC5-4877-BF3F-222652EA4E0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BCA34C-895D-4FDB-B93E-BBF1FC87A2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1898F28-E02C-40C5-9D19-23810CAF41B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92C71EE-E921-477C-8CB7-89BE342F061A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8400" y="1620000"/>
            <a:ext cx="54648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8667C2-6B9D-4A38-A0AB-89F845A536C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500A42-83BB-4538-B05A-A75B6FBFF1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49BEA2-B358-4383-96EB-EEEFA404C11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wo Content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427E1F4D-6008-4AF1-AAAB-F0055DEBEC2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08B546-F5F9-421F-A1D1-8773212A7F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FB8A386-0F54-4B6F-B2CF-75C3C2328ED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06FA60-EAA7-46E3-8CBC-B500F71C95C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540000" y="396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C855E3-F5BD-4C8C-BE12-002325BF077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FF21D5A-51F5-4B0F-B85B-04298309D93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B56874-517E-47B2-8EDC-F043587DED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Two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8B0397EB-8B45-47CF-9072-345589E9A1E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95D8E9-D782-495A-AFFE-3DE8E4C151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2864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B34CAE8-CA0C-46D1-A519-6047B85EEA3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E857F8-5DE2-42F4-B3A8-EA909C9CFFCD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10000" y="1620000"/>
            <a:ext cx="36432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A38EE8-8742-4907-BCD3-FF7F8625D6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17A475-6062-4823-A384-AA6ABEF17AE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5A10E6-264B-4E69-8BF3-3202F6652A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wo Content Wid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B34EF55-E0B0-4C7A-886C-0961BD1AE7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94EF73-2293-42C0-9F8C-17B3454FD1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36432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BD53D88-C328-43D2-8083-AD968EF80B6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A94A9B3-3BEB-4DF9-A53C-C900E9EAF23E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4370031" y="1620000"/>
            <a:ext cx="72864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D33E3A-E17B-45C6-AD2E-4A6D68959C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B4EA93-12DE-4AFC-B800-687B39C9C9F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6CD295-AB1F-422F-A132-01D184F5D81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2E004E7-0789-4B92-80B3-1EF312D7CDF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B551BB-598B-4A99-9C13-FF492E26FB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A038E4CF-9B05-4E09-8B10-3462853F80C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FD13B2F-9657-40FD-82EF-E3B1413C4CF7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8400" y="162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7779B5A-D038-4AB3-A52B-92FF066995E4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188400" y="396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8260A1-8621-466E-9981-CDF8FF18796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6A54EA-4477-4CA6-A936-0B413F753D2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B6F194-30F2-4DDD-87AA-DA46F192E73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Three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D2378771-CFEC-4A31-8AF6-2009A9107FA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21041E-485F-4AB3-9E00-C9C3A34669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2864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60753AA-28A9-48E4-9D4F-18E1E20BB4A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6105BF-7CEF-4CE1-996B-B4D17397B3F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10000" y="1620000"/>
            <a:ext cx="364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27D314-330D-40DA-B1B9-BDD927C13834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10000" y="3960000"/>
            <a:ext cx="364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D3FFFC-7D23-4E56-9401-7F36B50B571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3AB1CD-FF4A-403D-A311-DA178DE970B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C8ED24-52C1-405F-A023-FAF08E60D3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Four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DA89C58A-65DA-4A5A-BE56-0F3486025AB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6261129-5B8A-4D35-BF58-66C411314B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2864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FF41AC9-5A1D-4252-A810-44187D76975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BCF36B-4D48-4330-B1B8-976464E6CA9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10000" y="16200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061C32-925C-40EF-B59E-037DC009DB3A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10000" y="47412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0139D2-B3B7-4079-9FEB-EFB79F737107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10000" y="31806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31B1589-3B78-4FB6-A677-9BCF8C7BD4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B12301-6230-40A7-9DC1-77FDB546B2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C4DBCF-33D2-4A21-BE02-B69DCE419B9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Four Content Wide Spl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860E4D1C-5D70-4AB3-A420-AE1D38CE4B6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619F18-67ED-49AB-84EB-56C9BE1B96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286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ECA6555-1165-4D6C-B66F-0ADDEE5131C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C774A2-9C60-456D-8708-5C8BBB00108F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10000" y="1620000"/>
            <a:ext cx="364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9E9D1B-75E2-4C5E-8630-048915AD9AE8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10000" y="3960000"/>
            <a:ext cx="364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B399978-5620-4F92-BB75-F7E6966A8775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540000" y="3960000"/>
            <a:ext cx="7286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7B44A9-B505-4FD8-BA4D-1E3BC98C650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663E5E5-5EED-4A4A-9445-99D7475720D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6624DB-34DD-47C8-A6E3-E1C132D6EC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Three Content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88F246-0E11-437C-8B27-C21EAAADD1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02FE0BF-CAC8-4E94-ACA8-E8E5632B913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5922D1-1919-45A6-9F07-0AB9BE80406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C86993B-2C4D-409B-B973-FE9F66FD75CA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396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9121ECD-7F4B-414F-BAF4-0919BEC5CA59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188400" y="162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2pPr>
              <a:buFont typeface="Arial"/>
              <a:buChar char="–"/>
              <a:defRPr/>
            </a:lvl2pPr>
            <a:lvl3pPr>
              <a:buNone/>
              <a:defRPr/>
            </a:lvl3pPr>
            <a:lvl4pPr>
              <a:buFont typeface="Arial"/>
              <a:buChar char="–"/>
              <a:defRPr/>
            </a:lvl4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0BD4CD-04EC-47C9-8D05-0975E1077C0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7D7126-6CE7-459D-845C-295F1E6BCEE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10D48-DA0D-46B1-AD0B-F93EBDF149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Three Content To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D3E270-FE21-4650-BFB9-98EBF24E2B8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DB452654-8B0A-4D64-A1E2-052026B95A0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374101-4692-49F2-B02C-FD957DE3121A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EE00D2-C6C4-44EC-BD2F-37162987C282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396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723FAC-EB7C-420D-9044-FECA535A5EC1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188400" y="396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35A1FE-AAF1-45B2-8F2D-9EAB9A667A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EF281F-0447-473F-A8BC-E7A4141FCC5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105B7C-3D80-445A-8A66-2309097831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626FAAD7-61A5-4894-958F-77035A49208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44BFE2-50C4-4B4C-BEA0-9CEEF9EAC7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2D2D2AC-AF72-452B-8456-ACB97D2FE60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DEA7EA-711F-41B9-AFDC-C4E3605440E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8400" y="162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A64009-4636-459B-97F2-8F251836F0D2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39403" y="396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591444-7898-47A9-A48B-8937A2FBC8F6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188400" y="3960000"/>
            <a:ext cx="5464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AB982B-D97D-4C0B-9BA5-D02BCEFA362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95EFCD-5A03-496D-8978-B638418243F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7A6E4D-9261-4124-AC5F-7C82EB0AB3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Four Content T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47C56966-57FD-4244-8F4F-8200ABC8A18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D6637D-563B-4E34-BE76-06476160E3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6F3ADE15-7DC5-4A03-9D9D-1CE1463C5C0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D8E90C-96DF-4CED-841D-14F5C2DD834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8400" y="1620000"/>
            <a:ext cx="54648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A20051-35AC-4E75-9E23-ED632AD82249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3240000"/>
            <a:ext cx="54648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9074DFD-F71A-4237-8D65-A98B178A428B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188400" y="3240000"/>
            <a:ext cx="54648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8D6DE2-3E68-4E9F-9757-0A9BC3D2F10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798716-CE89-495E-96A8-F0C4C11457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741610-FE67-4607-A126-C81C06CDC1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Four Content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D69FD5-886F-4C6C-97FD-768203F5C0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E7B85FE-D069-4F5E-993C-33485B0307F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2EFF49-2761-4981-81D1-5889729A304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C9A2C4C-6A87-44DE-AD12-619527BAEE2C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396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0D3468-1328-4232-ABAE-C40862C4F935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421A2E-8523-4B81-852F-6E2D0407A415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560294-878A-4B38-99D7-F9B1919BFC4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D5D392-34A1-4ED8-96A9-D21D2D65B0B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6C38B8-9C9D-452A-B505-7CAEC8B429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Four Content To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229031-2A1F-4B94-9D6B-FDF94DDA23C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9DECFC17-FC0F-433C-89AC-84885618ABA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C430CA-1372-4DE9-B7EC-94BB28B57E9B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20727BF-399D-4F99-BA3D-B3BEBE9B9F64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162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897D63-06CF-4C1B-BBD5-525C216C5AC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AC89A7-7C02-4D4E-9A09-FE508506B675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18EE89-BA0E-4F49-B489-95012F84A9E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6E9039-7D38-474F-9719-3A549482756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4D9A3A-6865-428B-80C9-FDA44A128E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Four Content Top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7C03A7-D71D-4D4C-88AD-2A8CD2F83CC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7E3DC695-4C49-450E-8256-E00970A5AE5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2CC6A9-78C0-4841-A7E8-08CDC5B8270C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ACA9A9-4B0D-47C3-B037-620D3533D016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BE06F6-3069-436F-8081-9CB9880291CD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54660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9A38ED-27D6-4804-82BE-A494D67CE6A4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43A276-6F88-49C2-968B-E8B31B217C6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0FEBE2-05EA-449F-A7E6-EE5C0B3411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20DB81-5CB3-4A51-B440-5D8D0BD6E1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Four Content Bottom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4C32BA-D072-4C24-BF9E-12B8F79E02B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D479E9A-4280-45A7-B52D-F81C27CC6A6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40A075-AB8A-4E7E-9D6C-8A7C6F2891E6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2370D6-EEB8-4E73-91CE-DB7D359958A5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98E0CDE-36F1-4694-869F-6A56FC746CBA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54660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52BCF5-1827-4C54-B1F1-CE418E43BD79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B623C8-541D-4C73-821C-016308406E4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D534AA-8A8C-44ED-8BAD-B65B37D1378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ED6B87-68D0-4EC1-AEAB-2C70EFDC9D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Five Content To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6E62C1-2212-474A-A8E8-D0635FA9873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EF553E3-BEC5-4588-B3F8-F7C1D0323FD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65608A-25A9-44AA-83AD-589AF053B788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162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91453FC-EE96-47DE-B16F-803343E80F00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A03CAD0-9924-4EC3-8B71-F7139B4B9AB1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3636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A4632E-0325-45ED-A376-F775298A767D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4FB96F-24D8-4BBB-A143-8197C4144C53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6FB688-DAB0-45D5-8422-EE46E07C5FA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0BD6BA-C06A-40F8-914C-9E85E2E85E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FAE167-DB47-48B7-9C61-82AF43F8F6E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Fiv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2B0E2E-30FE-4F7F-BE31-E7C24AACDA1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9FFB422-09FC-4C7D-A211-3292BBBD2EE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BAB1EA-F3A9-41E2-9935-B624083078B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35856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84D33B-258C-4D7A-BA1D-C1284AE3F866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AADB7B-4B9D-433A-80C8-CB43DBECCA59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EDAEA2-3C87-4A2B-A9DF-8F24570ADDA6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BDB037-DD9B-49D2-8882-546CB3AE26A1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80676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B01C1C-600A-4942-AA75-7EEE141EBCD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B5BC88-4D48-4BC1-93EA-421EFADD85A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8B40C2-2C1C-4058-BBEF-CCA35BEF1C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Five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2774E6-1E3E-48C7-A7D6-70B5DB71E5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80E65CF-817C-4A91-8388-7C9F9D173C6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9006A70-D170-48D2-B3F7-F8D51E8E5168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72EF08-8CC1-498A-ACD2-970671A3E49E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EB4E4A-CD14-4F43-A6D5-5B44C1EBFB66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962954-F3B1-4E09-9615-32CE7EC7C3CE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54660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4E59EC-B5BB-4529-A5FC-0AD29830C9FE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7700A9-0734-4579-8E19-6F9CB0E23E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46E16F-ED31-4C84-9E8A-FC50E85B3E2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F13051-ECEF-4D9A-A447-381E538043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Five Content Extra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476E17-38FA-44A2-8E6A-AE670E8A21F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A7C4FAC-5D1D-48B2-81DF-38FCF33E182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DD838EB-34F9-4DF0-A712-37FEFFB6FA0D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A349EC-53D5-4A79-933C-7DE9FE4B10D2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7317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76CEEC-EBA6-4B8B-9776-04DA9DA9961B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65952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E150DF-58C6-47A9-BE75-1D016CAEA545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FEF66E-831A-4018-8163-E0CF33F7E946}"/>
              </a:ext>
            </a:extLst>
          </p:cNvPr>
          <p:cNvSpPr>
            <a:spLocks xmlns:a="http://schemas.openxmlformats.org/drawingml/2006/main" noGrp="1"/>
          </p:cNvSpPr>
          <p:nvPr>
            <p:ph idx="24"/>
          </p:nvPr>
        </p:nvSpPr>
        <p:spPr>
          <a:xfrm xmlns:a="http://schemas.openxmlformats.org/drawingml/2006/main">
            <a:off x="9576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098882-67CC-48C5-89D6-5B9315D64A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1B9AE6-E25A-4905-9E2B-4767A52B99E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092FE4-E332-427B-B567-224DCED370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Five Content Top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23A7C3-6503-4986-82FD-6FFE7A793A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39B3567-B8AA-484A-ABEE-152A0D55486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14E967-893D-4C27-B2C2-674D1F917EFA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471322-14EC-42F1-80FC-76BB74B03DFA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CD46916-F604-4167-BC31-722F46E8497D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80676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CEC9B64-C836-42BC-95B1-CE9726A50EF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7348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059308-0465-4D69-8548-4A5DADC21B79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455570-7CBA-4B50-8463-905EE00911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BEBC1D-6D41-49CB-9C76-D876BC6B2E5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3650C9-B558-45F5-A088-1EAB63D8629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Five Content Bottom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2F4B2A-EA1E-4158-9B26-50BEE6BDF0A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5A67691-2537-4098-ABCA-78054551EB8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40112FD-BCB3-4025-9ECD-CA564FC7B18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2D2E20-08E8-45D3-B118-E3A298F44A73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7FE82C-F678-4E73-B3E2-7511291B024D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80676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99862E7-A211-4BF0-A3D5-B3D5A548A9C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604E10-B630-43FF-9E68-3BF27581694D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3960000"/>
            <a:ext cx="7348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EAAC7A-A301-49BA-B539-86B80B534ED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1E0F6C-570E-427D-9F54-F6FB1FFA74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7143F0-3D46-4BF3-AFB6-E81B6E59C37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B77B66-CA0C-449C-A547-AA330523DE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B3EE766-AB64-4B6F-BBEB-4072C419C4D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619A11-9376-4DA0-BC94-A0450DD41EDB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1F35DA-ADA1-4969-ADCE-45CC825023C1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CCB202B-49DE-4A72-A609-67B3C249CECE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329F98-E6AE-40B5-B11F-BD86610D5C6A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80676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FD8EC9-CEA0-4720-97B9-3B3C114E073B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D963129-33AA-4B27-A11D-DE4659EE35B3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3960000"/>
            <a:ext cx="35856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13C68D-109E-4E2A-BF68-0BAA0D7185D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BA4C1A-1E6F-4455-B222-0EDAD7CAB65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AAB410-55A7-4F2E-B4ED-D8952E9B5F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Six Content T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6826A6-B891-453B-8823-7DADC930DEB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6ED4E71-BA84-4BB4-846D-5ABC9144D23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570E10-9A85-443A-AD64-2EAEF7358599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303200" y="1620000"/>
            <a:ext cx="35856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BD9158B-3EC0-4B2E-B188-8229B542C897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067600" y="1620000"/>
            <a:ext cx="35856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82B764-2822-4B7C-AB1C-4CC35F5A252F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3240000"/>
            <a:ext cx="35856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7062E2-18E8-4A3C-A370-F86037AEB1CF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8067600" y="3240000"/>
            <a:ext cx="35856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B3FE9B3-479F-4283-B038-F75F9D87ED5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1620000"/>
            <a:ext cx="35856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7A278D-2456-407B-A735-06DDEFF264DC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3240000"/>
            <a:ext cx="35856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B499F5-AC8A-46D8-807A-41E1CD465D8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309FF5-285D-4840-B752-0955435F2CF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921F3C-23F4-49C3-B5AD-6A150D8CBE0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Six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857D29-2072-4E32-BEA1-F3A9A0B7A45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56D3458-64A7-42F8-BB7E-CA165AC9102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D8AED3-C175-424F-A37E-6144066D605A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3C5551-6BD7-4675-BF87-00E194FAEA31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37E907B-8046-4890-9D2F-CE58D179F861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D723ED-1133-492C-9093-2CB2D58BBAA2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DC3BE8-6B99-4A48-81B9-9ED8C61BE800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0FE111-3814-469C-8C6B-AC363AC25ECA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B07798-CF00-47B7-8B38-A666AA1AAEC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524975-17A3-4686-9991-59FFE7A058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B25AD1-5F3D-429C-8642-03631CB7297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Six Content Extra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4BB062-8A26-47D5-A44D-19AFB74E3D5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996D2DF2-A80A-4A08-BB3C-800607C6FE1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17F93B1-AE63-4989-AC24-6A5AA95B4F9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6595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16AC4E-469C-440D-9D4F-913514C189EB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51B2C6-6A8C-4FA7-B236-4EB7F28CB3B6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7317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FDB8BEE-310F-46DE-B2DF-B07C254F5A14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6595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4A25DD-11C1-4E2D-922E-1252082053F4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6D4DAB-8FC2-47B0-804E-4A198FA9D455}"/>
              </a:ext>
            </a:extLst>
          </p:cNvPr>
          <p:cNvSpPr>
            <a:spLocks xmlns:a="http://schemas.openxmlformats.org/drawingml/2006/main" noGrp="1"/>
          </p:cNvSpPr>
          <p:nvPr>
            <p:ph idx="24"/>
          </p:nvPr>
        </p:nvSpPr>
        <p:spPr>
          <a:xfrm xmlns:a="http://schemas.openxmlformats.org/drawingml/2006/main">
            <a:off x="9576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BEFC65-8EF9-44B3-A97F-8029AA96BFA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1A74B1-4A9D-47E6-9AC4-96BD6E63FBA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AD2B6F-A110-4895-8443-EAE2B986C3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Six Content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C1652D99-0BFA-4C73-A32E-5CA0B56DAF2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4C42A4-C72E-46D6-84B2-FCAB7E11DE0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AC0720C-0FCE-45B2-A2C7-AA5027E44DE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F01197-A5BA-4799-B276-D2270AA3E63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8400" y="16200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2064AA-071B-47D1-82B2-5FCEA0C06777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188400" y="47412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6BC918-EC30-4B10-A791-2AB1E24A58A9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188400" y="31806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B610E5-5C20-4BD9-8F03-B3C1A71B23E4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40000" y="31806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F39EA9-F78F-45E6-913C-EB99324F9824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540000" y="4741200"/>
            <a:ext cx="54648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BDB275-F9D2-43BE-B4E8-692DA0ACEC2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ADC91-93EE-469B-ACB3-CDCEDE48E1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96EA30-F249-4123-A2C1-CCA6EE69B2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Six Content Vertical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CDA273C-F9FD-425D-B950-53DA7F50BBE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C86B13-D3B3-4264-A1AF-48372E8A9F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286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63709CC-0344-4639-96B5-86F2F884DE9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0847DCF-88F7-40B5-A358-A9E84540758A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10000" y="16200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B23BE0-5F48-4302-BAF1-A3ADDE0B9FD7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10000" y="47412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317947-F85A-4C5F-994F-DA4F33F91FF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10000" y="3180600"/>
            <a:ext cx="36432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1FAD0D-0932-4D1C-B8F4-80CB016ADC6D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40000" y="3180600"/>
            <a:ext cx="7286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FD9E83-022B-41C3-85E7-6379BC4C720D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540000" y="4741200"/>
            <a:ext cx="7286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A3350-F111-47E0-9BA9-D70FCAC54BB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1B7509-53FA-4EDC-9851-CC62386E4FA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A3604C-9A5C-4212-8A52-DF160CF1CE3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 userDrawn="1">
  <p:cSld name="Six Content Top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DF385D-A7A2-471A-9A7F-DB505A286D7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A089363-F684-40E6-831A-2D3581950A0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3FC693A-64FF-4C7A-B97D-7A66D8B22734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540000" y="1620000"/>
            <a:ext cx="11113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B7602C-71A3-4165-B2BD-D499C8C24FC5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B79429-56EF-487D-87F5-90041FDC4FD1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2799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480CC82-47CC-43B5-8410-04E92051302D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058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F0C0D0-ACEA-4CC0-AC70-C2967FB8DD67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04EFB8-0B46-401B-A7A9-54B76AEB41AD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14BA8F-9561-4690-B4FA-DBECBAFC076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443D87-06A3-4548-B95F-4E3111831F1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0919A8-1535-48EF-A4B9-9111F68A66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 userDrawn="1">
  <p:cSld name="Six Content To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17536E-9155-4CD4-B26A-F4B62281E2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DF6C263-6996-4BE4-8A76-28F6ECB5AD2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845FA9-9647-4E72-8ABF-2CDB60991365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56D568-88A4-4702-A6A5-1D2D4A33401A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3636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CB536F-A289-40AA-8733-6E2D67D12B5D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C3B595-F742-440D-9BED-3B77B8D96749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A6B0CC-05D5-41AA-A516-7CE05A365A90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6187200" y="162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5BE1DD-8E36-48D9-880B-1555D21B6933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A64BFA-AE24-43D0-AF6A-562593EE3E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08D89B-157F-4A50-A0E9-837F8753D60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E3AF7E-42CC-4575-A86A-A09CF6AD5E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preserve="1" userDrawn="1">
  <p:cSld name="Six Content Bot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693D30-59F4-44EE-9230-15079FE909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126E622-AB40-4EFB-9577-6A9843DA91A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4D1898-8B27-4855-9052-EFE26B6006A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AC0BBE-1DCD-4AE9-BF28-BB3F7CB86968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6187200" y="3960000"/>
            <a:ext cx="5466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C27B0B-8CE7-4B2A-BF0F-D4B1AFE9EE42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0226B9-A3FE-46C7-B0C6-E1D500879DAF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946E9C-E538-4C6C-A340-14F2A178BF7B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33636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A324E0-EA59-4F40-8BCA-66733E79E295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4FC7A2-B0B3-4FEE-B491-3598B7EAA5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EE8458-2BD7-48C0-98A0-274E56ABD8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9BF55E-5738-4F39-BA8B-ADDC13CDA6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 userDrawn="1">
  <p:cSld name="Seven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888CC7F0-3AD9-44FD-9456-AEB897492AF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C90CBC-7594-462E-81BF-3443908FB5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35856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266ABC0-C37B-47A4-9CFF-431090F863C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9B19B53-6665-4846-9177-31232BE76376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676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7DE543-37B2-436B-A7D9-81E3D318A1A0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676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A60A58-BF33-4B21-89B2-A769A6C0AF2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676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955549-8286-400F-9C73-11070ACBD445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43032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E8647E-4F3A-4378-9361-42305E5F43A2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6E1AFB-C971-4165-B101-2E0B8810E32F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43032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D4394F-08CF-4906-A7EB-6AA338537F1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B5F454-E7F6-46EF-9727-C2FB6FDC687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D868BE-7BDE-4A1D-BD87-1E7E61216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 userDrawn="1">
  <p:cSld name="Seven Content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EFB807-A7DC-47C7-A279-A09731E7761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2CD8E93-7D13-4E7B-9CCE-5C90887DB8B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04B829-658E-4E43-A2C6-77BBAAF6372E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058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EDFACDD-A939-469E-9EDC-19C305CCF0DD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4CD60F-E3C8-451C-9341-189C40957BA8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7317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B1BDB4-CB81-45D3-8B84-ECBA6A4E2207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43362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32AF32-084D-4097-9F84-58EC721FADDC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5058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60A7B3-C4C2-435A-BD22-EC1FD0169E34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37A717-2585-4192-B501-D3C17788CBAD}"/>
              </a:ext>
            </a:extLst>
          </p:cNvPr>
          <p:cNvSpPr>
            <a:spLocks xmlns:a="http://schemas.openxmlformats.org/drawingml/2006/main" noGrp="1"/>
          </p:cNvSpPr>
          <p:nvPr>
            <p:ph idx="24"/>
          </p:nvPr>
        </p:nvSpPr>
        <p:spPr>
          <a:xfrm xmlns:a="http://schemas.openxmlformats.org/drawingml/2006/main">
            <a:off x="9576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55F9F0-A4D9-4369-A16D-43306014178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77BFE1-547C-401D-88C5-04FEEA9773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C72569-232B-4C72-A13C-4E1A6F2BD0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6.xml><?xml version="1.0" encoding="utf-8"?>
<p:sldLayout xmlns:p="http://schemas.openxmlformats.org/presentationml/2006/main" preserve="1" userDrawn="1">
  <p:cSld name="Seven Content Extra W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E55722A0-A3E0-455D-BB44-2724049B029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16690E-C11E-440E-9702-26ED6CC8F9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5464800" cy="4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5C0E6E9-9762-46DA-9B40-4AE67A3CE90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276A2A-AEED-45FE-9E17-E3E5105ADF79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9010800" y="16200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8A348A5-2932-41C2-9A89-717409419E10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9010800" y="47412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7A0C70-CCFB-472C-9917-D36FA5646C30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9010800" y="31806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712032-2194-4C00-A388-6C70912070BF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8400" y="16200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C6F747-1719-4ADE-8E57-9B9B311ADEBD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6188400" y="47412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097D5C-748A-4C40-9887-8202E310F9B2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6188400" y="3180600"/>
            <a:ext cx="26424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758605-CAC6-4A61-A47F-D376B037F76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BF5D9D-4320-4E11-8CC0-84913A6832C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8AB657-B164-42DE-9DE3-F40E0343EC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Seven Content  Top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863DE84-A982-4963-9144-4CD8987E8BF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D00E40-1935-4DE6-82F9-466B0E1830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7348800" cy="293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C0812CD-DE45-4EAB-81BE-D24AF7BA370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1729E3-798A-4070-8D67-1E7679F883D8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676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51FA61-367C-4076-87C9-F634B299E37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676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9E79ED-698E-4CA4-8F06-564898496FC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676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7C869B-A7AF-4CBD-AE41-5122851E978C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81D2E5-4138-4EF8-97F4-5779646EF541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574782-D250-458E-81CC-E156B3D0309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301B45-429A-4EE8-9605-76742E1F63B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58A8F8-0B78-42B7-8005-FBE2B17870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8.xml><?xml version="1.0" encoding="utf-8"?>
<p:sldLayout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C27531-8508-4B51-8A37-58659B82BB6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6281ED8E-4ED7-4DE0-AEA2-CBB20E3AFB3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7503FFB-3C9D-45A4-9B5F-D707C0E93DF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15CE24-31F3-43C1-9E07-670EE7502C42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3636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BDC29F-F663-46F4-9FC0-3CDEFD34B3B7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8C1A819-FCE5-403C-98DB-64863A6D0685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96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9C515-2402-4484-BF55-1BD15026D9ED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0C3C81-3BFC-4F44-8DBD-97E56938AD3C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44FEEA-C4BB-4B89-B558-175243069B28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33636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0B2774-2868-40E8-9092-3746D475BEDE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ADEF02-2B58-49FA-8412-6D7AE84B775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9605A6-860C-41A7-9D2C-047A2854EFD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04D990-5018-400D-917E-F32A72C947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9.xml><?xml version="1.0" encoding="utf-8"?>
<p:sldLayout xmlns:p="http://schemas.openxmlformats.org/presentationml/2006/main" preserve="1" userDrawn="1">
  <p:cSld name="Eight Content T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20BC23-1504-4359-85D8-51C77271BF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550EDE0A-976B-4E3F-B736-A904E65EBDE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F72545-8085-4CBE-900B-FB3749BC9168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240000"/>
            <a:ext cx="26424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469B399-D8D1-480F-B507-899872040EB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363600" y="3240000"/>
            <a:ext cx="26424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1807E7-6A00-45D0-B26F-1B3351AECDF7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6187200" y="3240000"/>
            <a:ext cx="26424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8493D8-34F3-485E-8CDB-041935DF095C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9010800" y="3240000"/>
            <a:ext cx="26424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9FFD3E-8380-469B-B7FD-346EDC7EE2A7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9010800" y="1620000"/>
            <a:ext cx="26424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F12D75-6846-4A16-878F-23A2AD8B6FF7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26424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B4D5B4-5226-489D-842D-2ADED4129D9F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3363600" y="1620000"/>
            <a:ext cx="26424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EECADD-3381-4F0D-8C21-E27F1EE26697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6187200" y="1620000"/>
            <a:ext cx="26424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9B853D-007A-435E-89AF-ABEDF461910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3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F7B441-FFA0-4B25-9CC2-E590A7730E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3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A726B6-BC5A-4F26-B8E4-399110928C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0.xml><?xml version="1.0" encoding="utf-8"?>
<p:sldLayout xmlns:p="http://schemas.openxmlformats.org/presentationml/2006/main" preserve="1" userDrawn="1">
  <p:cSld name="Eight Content Top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DB3BFF56-ABFC-4A48-A7E8-96FA52F7558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70E4D6-4657-4D75-AEBF-B675388F94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3585600" cy="293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9522F3D-C347-4D38-9D1B-179B8F4004F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69EAD2-A507-45FE-A644-03B8D768A93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676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94571D-ED11-4BB4-B903-6CB9191C6CC7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676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DF179AA-77D4-4A49-839C-6DB1FCF8E4D9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676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D238E2-44BB-49A2-B947-F02D7D0BF1E7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43032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6F16016-5854-4848-8338-16A1659287A3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87A18D-02F1-4B45-AD3D-BFF8061D9744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43032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0B974C-4577-4565-AB17-1E5D6466F428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663DF1-87A4-421A-9CA6-34054E32ACB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7E1ACF-2AF0-4844-B67C-71BA5BB7FD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2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4B84C3-9E47-4E58-B6CB-ECE00BE423C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Nin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82184FE-0966-4EC6-8B30-656EEE0F6E6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13AA3A-9511-41DE-B875-106D05992B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7D255FF-FDF7-44DB-AD65-2A9258B48D3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B5ECF1-F42E-4102-A927-504F70283DFD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0676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0CFA85-D062-4080-9048-EDDD8E77D9CC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0676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03E576-DA2A-48D7-B26B-D8FAF0765F12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0676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44F86CA-C6D0-446B-93CD-A73E56622A52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4303200" y="16200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16235F-6F20-41BD-A547-28D842EA300B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43032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A656F8-2F44-4E20-A1ED-A803BDDE2A28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4303200" y="31806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FD3DDE-B3AB-4502-882C-E6D1001A8B98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47412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81547-8E8D-4C89-A88B-6B83EAAC0D0D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540000" y="3182400"/>
            <a:ext cx="3585600" cy="13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D6B3FF-4AE4-4395-90A0-28B4474277A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DE876F-9D40-4AF2-8071-DA36CA508C3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3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9A328D-8F5E-4312-9565-CFFC3A0227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2.xml><?xml version="1.0" encoding="utf-8"?>
<p:sldLayout xmlns:p="http://schemas.openxmlformats.org/presentationml/2006/main" preserve="1" userDrawn="1">
  <p:cSld name="Ten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6DCD-87C9-405C-B3D7-9EF636B9F96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F15E96C-CEE6-4307-9BAB-C4939B160FB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6CC3015-CCEF-4379-A7D2-1FD88C0F88B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F40DCA-B05A-424E-BE2B-FE7203817AB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2799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94BCF1-7448-4A7C-B402-7F1C1EF018D6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058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7FDEC5-5F9B-4388-A72D-A21BA0A3F43D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F47E8B-F8CE-44FF-B07E-47C337FC659A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7317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FE09DF-A790-40FF-94D3-1C381CA7B8FE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45533E2-B275-410A-93FC-5915B25B2DFD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2799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C6778F-BC17-4940-A51F-5FE6E4E3B8D4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5058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95379C-C0FA-4236-BDDF-561DDD0E57E4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96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9005055-DC73-4E0E-86C0-5D2CFC856318}"/>
              </a:ext>
            </a:extLst>
          </p:cNvPr>
          <p:cNvSpPr>
            <a:spLocks xmlns:a="http://schemas.openxmlformats.org/drawingml/2006/main" noGrp="1"/>
          </p:cNvSpPr>
          <p:nvPr>
            <p:ph idx="24"/>
          </p:nvPr>
        </p:nvSpPr>
        <p:spPr>
          <a:xfrm xmlns:a="http://schemas.openxmlformats.org/drawingml/2006/main">
            <a:off x="9576000" y="1620000"/>
            <a:ext cx="20772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BAA302-59CF-4F78-97B5-81B60FD5BF1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64F51B-3984-4447-B068-2296474CF58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3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63C765-6CDA-4854-8F28-246DAE77009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3.xml><?xml version="1.0" encoding="utf-8"?>
<p:sldLayout xmlns:p="http://schemas.openxmlformats.org/presentationml/2006/main" preserve="1" userDrawn="1">
  <p:cSld name="Ten Content T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8EB38F-3A40-4DD9-AA4C-73996D532AE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953F52B-F727-43E8-9FE6-E1688535160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A5665EF-93E0-4280-ABEE-696A8AD6E12C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40000" y="3240000"/>
            <a:ext cx="20772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7815A9-CC8A-45B8-B3B9-60060C28D0B5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2799000" y="3240000"/>
            <a:ext cx="20772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4C502F8-1D49-4A95-83A3-DDDFE680FF00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5058000" y="3240000"/>
            <a:ext cx="20772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AFBB7B-BE08-4058-B46A-1293459048D5}"/>
              </a:ext>
            </a:extLst>
          </p:cNvPr>
          <p:cNvSpPr>
            <a:spLocks xmlns:a="http://schemas.openxmlformats.org/drawingml/2006/main" noGrp="1"/>
          </p:cNvSpPr>
          <p:nvPr>
            <p:ph idx="18"/>
          </p:nvPr>
        </p:nvSpPr>
        <p:spPr>
          <a:xfrm xmlns:a="http://schemas.openxmlformats.org/drawingml/2006/main">
            <a:off x="7317000" y="3240000"/>
            <a:ext cx="20772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46CD7C-7F47-47D4-9D87-C629B60DAE27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7317000" y="1620000"/>
            <a:ext cx="2077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3FE8D79-7DCE-4AC3-B1BD-476EA9E066B1}"/>
              </a:ext>
            </a:extLst>
          </p:cNvPr>
          <p:cNvSpPr>
            <a:spLocks xmlns:a="http://schemas.openxmlformats.org/drawingml/2006/main" noGrp="1"/>
          </p:cNvSpPr>
          <p:nvPr>
            <p:ph idx="20"/>
          </p:nvPr>
        </p:nvSpPr>
        <p:spPr>
          <a:xfrm xmlns:a="http://schemas.openxmlformats.org/drawingml/2006/main">
            <a:off x="540000" y="1620000"/>
            <a:ext cx="2077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F851D2-5CD0-4616-89E9-806921FA7D7F}"/>
              </a:ext>
            </a:extLst>
          </p:cNvPr>
          <p:cNvSpPr>
            <a:spLocks xmlns:a="http://schemas.openxmlformats.org/drawingml/2006/main" noGrp="1"/>
          </p:cNvSpPr>
          <p:nvPr>
            <p:ph idx="21"/>
          </p:nvPr>
        </p:nvSpPr>
        <p:spPr>
          <a:xfrm xmlns:a="http://schemas.openxmlformats.org/drawingml/2006/main">
            <a:off x="2799000" y="1620000"/>
            <a:ext cx="2077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B1E0A6-EBAD-4B9D-B28B-E5D8F257A5D8}"/>
              </a:ext>
            </a:extLst>
          </p:cNvPr>
          <p:cNvSpPr>
            <a:spLocks xmlns:a="http://schemas.openxmlformats.org/drawingml/2006/main" noGrp="1"/>
          </p:cNvSpPr>
          <p:nvPr>
            <p:ph idx="22"/>
          </p:nvPr>
        </p:nvSpPr>
        <p:spPr>
          <a:xfrm xmlns:a="http://schemas.openxmlformats.org/drawingml/2006/main">
            <a:off x="5058000" y="1620000"/>
            <a:ext cx="2077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F01A44-CE7E-4F19-9EE5-85B35559E905}"/>
              </a:ext>
            </a:extLst>
          </p:cNvPr>
          <p:cNvSpPr>
            <a:spLocks xmlns:a="http://schemas.openxmlformats.org/drawingml/2006/main" noGrp="1"/>
          </p:cNvSpPr>
          <p:nvPr>
            <p:ph idx="23"/>
          </p:nvPr>
        </p:nvSpPr>
        <p:spPr>
          <a:xfrm xmlns:a="http://schemas.openxmlformats.org/drawingml/2006/main">
            <a:off x="9576000" y="3240000"/>
            <a:ext cx="20772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1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663173-AB9A-4A9F-8C4A-55B898371979}"/>
              </a:ext>
            </a:extLst>
          </p:cNvPr>
          <p:cNvSpPr>
            <a:spLocks xmlns:a="http://schemas.openxmlformats.org/drawingml/2006/main" noGrp="1"/>
          </p:cNvSpPr>
          <p:nvPr>
            <p:ph idx="24"/>
          </p:nvPr>
        </p:nvSpPr>
        <p:spPr>
          <a:xfrm xmlns:a="http://schemas.openxmlformats.org/drawingml/2006/main">
            <a:off x="9576000" y="1620000"/>
            <a:ext cx="2077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28600" marR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1pPr>
            <a:lvl2pPr marL="6858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2pPr>
            <a:lvl3pPr marL="11430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3pPr>
            <a:lvl4pPr marL="16002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lvl4pPr>
            <a:lvl5pPr marL="2057400" marR="0" indent="-228600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A2F4B1-4E1C-4569-BB9E-1DF29C2067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2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C3C6EA-9F70-4897-BAA4-DA67585406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3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AD392A-DAE1-4265-843F-64061566705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4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E95778A6-AE9F-4C58-957F-E9DA8C68688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Überschrift</a:t>
            </a:r>
            <a:r>
              <a:t> 1</a:t>
            </a:r>
            <a:endParaRPr/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AF9679C8-5266-4405-974F-7B8573C0CBF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40000" y="990000"/>
            <a:ext cx="11113200" cy="360000"/>
          </a:xfrm>
        </p:spPr>
        <p:txBody>
          <a:bodyPr xmlns:a="http://schemas.openxmlformats.org/drawingml/2006/main"/>
          <a:lstStyle xmlns:a="http://schemas.openxmlformats.org/drawingml/2006/main">
            <a:lvl1pPr marL="358775" indent="-358775">
              <a:buFontTx/>
              <a:buNone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Überschrift</a:t>
            </a:r>
            <a:r>
              <a:t> 2</a:t>
            </a:r>
            <a:endParaRPr/>
          </a:p>
        </p:txBody>
      </p:sp>
      <p:sp>
        <p:nvSpPr>
          <p:cNvPr id="1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76EBD0-FC87-4D03-901C-DC0EC6BC3D4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2993FA-32A7-4C69-A9F3-99DC99CFE90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055FCD-71BD-4E85-B892-12C34F1106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5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0AB91C-6BD1-4C44-B09B-367AE3E8DEE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1ABC87-23E1-4B52-BEAA-E531F36372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F6D7F3-2091-4680-9CEB-C5CE9187B55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6.xml><?xml version="1.0" encoding="utf-8"?>
<p:sldLayout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1225901-A23A-43C2-B572-D2866E3F8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0000" y="540000"/>
            <a:ext cx="11113200" cy="55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AEA74D-6A3E-4E52-9231-0815389543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C6A0B1-7E5F-4EE7-B122-902D021B139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C23EDC-0546-48E9-9709-FDEB933A40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7.xml><?xml version="1.0" encoding="utf-8"?>
<p:sldLayout xmlns:p="http://schemas.openxmlformats.org/presentationml/2006/main" showMasterSp="0" preserve="1" userDrawn="1">
  <p:cSld name="Fullscre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C2301E-A8B5-40A5-9B57-A0CA7E96F1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FontTx/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</p:spTree>
  </p:cSld>
</p:sldLayout>
</file>

<file path=ppt/slideLayouts/slideLayout48.xml><?xml version="1.0" encoding="utf-8"?>
<p:sldLayout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5090B2-9539-46A0-8E68-A674B22766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40000" y="1260000"/>
            <a:ext cx="1111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algn="l">
              <a:buNone/>
              <a:defRPr sz="28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14" name="Bild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4ba536c9644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26602"/>
          </a:xfrm>
          <a:prstGeom xmlns:a="http://schemas.openxmlformats.org/drawingml/2006/main" prst="rect">
            <a:avLst/>
          </a:prstGeom>
        </p:spPr>
      </p:pic>
      <p:sp>
        <p:nvSpPr>
          <p:cNvPr id="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7CF3E-5B80-467D-8B51-109C960E8FE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2F1E65-4D6F-4084-A818-69D8F20192E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589E8F-A146-4913-AA1E-9ACC19FB6C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9.xml><?xml version="1.0" encoding="utf-8"?>
<p:sldLayout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711D13-BAF9-4AD0-9338-EB74C00D8EC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40000" y="1260000"/>
            <a:ext cx="1111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algn="l">
              <a:buNone/>
              <a:defRPr sz="28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5F37F7F-B2A6-4BFB-AEA0-82DEACA72C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0000" y="2160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marL="0" indent="0" algn="l">
              <a:buNone/>
              <a:defRPr sz="24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880220-A72A-4EDD-91FE-50261E2DDC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000" y="306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l">
              <a:buNone/>
              <a:defRPr sz="1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2" name="Textplatzhalter 18">
            <a:extLst xmlns:a="http://schemas.openxmlformats.org/drawingml/2006/main">
              <a:ext uri="{FF2B5EF4-FFF2-40B4-BE49-F238E27FC236}">
                <a16:creationId xmlns:a16="http://schemas.microsoft.com/office/drawing/2014/main" id="{56401446-4D55-4172-8CD8-20382023EBFD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40000" y="3420000"/>
            <a:ext cx="11113200" cy="360000"/>
          </a:xfr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marL="358775" indent="-358775" algn="l">
              <a:buNone/>
              <a:defRPr sz="1800" b="0" i="0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Referent</a:t>
            </a:r>
            <a:endParaRPr/>
          </a:p>
        </p:txBody>
      </p:sp>
      <p:sp>
        <p:nvSpPr>
          <p:cNvPr id="14" name="Textfeld 10">
            <a:extLst xmlns:a="http://schemas.openxmlformats.org/drawingml/2006/main">
              <a:ext uri="{FF2B5EF4-FFF2-40B4-BE49-F238E27FC236}">
                <a16:creationId xmlns:a16="http://schemas.microsoft.com/office/drawing/2014/main" id="{84EA8D08-8543-42EA-9DE7-9277507F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40000"/>
            <a:ext cx="7160425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Lehrstuhl für Robotik, Künstliche Intelligenz und Echtzeitsysteme</a:t>
            </a:r>
            <a:endParaRPr sz="1000">
              <a:solidFill>
                <a:schemeClr val="bg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Fakultät für Informatik</a:t>
            </a:r>
            <a:endParaRPr sz="1000">
              <a:solidFill>
                <a:schemeClr val="bg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>
              <a:lnSpc>
                <a:spcPts val="1200"/>
              </a:lnSpc>
              <a:buNone/>
            </a:pPr>
            <a:r>
              <a:rPr sz="10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Technische Universität</a:t>
            </a:r>
            <a:r>
              <a:rPr sz="10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 München</a:t>
            </a:r>
            <a:endParaRPr sz="100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1" name="Bild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e537bbbc540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3274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0.xml><?xml version="1.0" encoding="utf-8"?>
<p:sldLayout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B0037A-7C07-42DE-852D-7FB6884919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40000" y="1260000"/>
            <a:ext cx="1111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t">
            <a:noAutofit/>
          </a:bodyPr>
          <a:lstStyle xmlns:a="http://schemas.openxmlformats.org/drawingml/2006/main">
            <a:lvl1pPr algn="l">
              <a:buNone/>
              <a:defRPr sz="28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16" name="Bild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c9a1e1ba54c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32740"/>
          </a:xfrm>
          <a:prstGeom xmlns:a="http://schemas.openxmlformats.org/drawingml/2006/main" prst="rect">
            <a:avLst/>
          </a:prstGeom>
        </p:spPr>
      </p:pic>
      <p:sp>
        <p:nvSpPr>
          <p:cNvPr id="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215C5A-7CEE-45F4-BE95-346D5AACABA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BBF492-4B2F-409F-AAEC-E629B50906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20A8AA-8FFE-4AA3-AD3C-E54A69EED70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wmf" Id="R12e0367be8dd48d6" /><Relationship Type="http://schemas.openxmlformats.org/officeDocument/2006/relationships/theme" Target="/ppt/slideMasters/theme/theme2.xml" Id="Re02e180c0a9a4952" /><Relationship Type="http://schemas.openxmlformats.org/officeDocument/2006/relationships/slideLayout" Target="/ppt/slideLayouts/slideLayout1.xml" Id="R4a263c9a255e4a95" /><Relationship Type="http://schemas.openxmlformats.org/officeDocument/2006/relationships/slideLayout" Target="/ppt/slideLayouts/slideLayout2.xml" Id="R627623824ccd4832" /><Relationship Type="http://schemas.openxmlformats.org/officeDocument/2006/relationships/slideLayout" Target="/ppt/slideLayouts/slideLayout3.xml" Id="R6d2509b27fcb486d" /><Relationship Type="http://schemas.openxmlformats.org/officeDocument/2006/relationships/slideLayout" Target="/ppt/slideLayouts/slideLayout4.xml" Id="R5b7f479d0a7e4174" /><Relationship Type="http://schemas.openxmlformats.org/officeDocument/2006/relationships/slideLayout" Target="/ppt/slideLayouts/slideLayout5.xml" Id="Rd5a7032d9c984cee" /><Relationship Type="http://schemas.openxmlformats.org/officeDocument/2006/relationships/slideLayout" Target="/ppt/slideLayouts/slideLayout6.xml" Id="R4683244b93a04b01" /><Relationship Type="http://schemas.openxmlformats.org/officeDocument/2006/relationships/slideLayout" Target="/ppt/slideLayouts/slideLayout7.xml" Id="Rb774687d0abe4576" /><Relationship Type="http://schemas.openxmlformats.org/officeDocument/2006/relationships/slideLayout" Target="/ppt/slideLayouts/slideLayout8.xml" Id="R62f96a5baced49a0" /><Relationship Type="http://schemas.openxmlformats.org/officeDocument/2006/relationships/slideLayout" Target="/ppt/slideLayouts/slideLayout9.xml" Id="R816bfeac3d9648b8" /><Relationship Type="http://schemas.openxmlformats.org/officeDocument/2006/relationships/slideLayout" Target="/ppt/slideLayouts/slideLayout10.xml" Id="Raeab1cc31f194914" /><Relationship Type="http://schemas.openxmlformats.org/officeDocument/2006/relationships/slideLayout" Target="/ppt/slideLayouts/slideLayout11.xml" Id="Rc3005775adc042c6" /><Relationship Type="http://schemas.openxmlformats.org/officeDocument/2006/relationships/slideLayout" Target="/ppt/slideLayouts/slideLayout12.xml" Id="R71791d6b1f7e41b1" /><Relationship Type="http://schemas.openxmlformats.org/officeDocument/2006/relationships/slideLayout" Target="/ppt/slideLayouts/slideLayout13.xml" Id="R25c05733720740f1" /><Relationship Type="http://schemas.openxmlformats.org/officeDocument/2006/relationships/slideLayout" Target="/ppt/slideLayouts/slideLayout14.xml" Id="R191bf081b3514854" /><Relationship Type="http://schemas.openxmlformats.org/officeDocument/2006/relationships/slideLayout" Target="/ppt/slideLayouts/slideLayout15.xml" Id="R5762df40f6ca4710" /><Relationship Type="http://schemas.openxmlformats.org/officeDocument/2006/relationships/slideLayout" Target="/ppt/slideLayouts/slideLayout16.xml" Id="R4a7c5a6c031d4dc8" /><Relationship Type="http://schemas.openxmlformats.org/officeDocument/2006/relationships/slideLayout" Target="/ppt/slideLayouts/slideLayout17.xml" Id="R411a1b974efb4c42" /><Relationship Type="http://schemas.openxmlformats.org/officeDocument/2006/relationships/slideLayout" Target="/ppt/slideLayouts/slideLayout18.xml" Id="R4e8aade9d2f6483a" /><Relationship Type="http://schemas.openxmlformats.org/officeDocument/2006/relationships/slideLayout" Target="/ppt/slideLayouts/slideLayout19.xml" Id="R96f86ee80c5146f3" /><Relationship Type="http://schemas.openxmlformats.org/officeDocument/2006/relationships/slideLayout" Target="/ppt/slideLayouts/slideLayout20.xml" Id="Re3d9b61b42524024" /><Relationship Type="http://schemas.openxmlformats.org/officeDocument/2006/relationships/slideLayout" Target="/ppt/slideLayouts/slideLayout21.xml" Id="R683e6e2f5f274ebd" /><Relationship Type="http://schemas.openxmlformats.org/officeDocument/2006/relationships/slideLayout" Target="/ppt/slideLayouts/slideLayout22.xml" Id="R2e27f3b8e7c04b00" /><Relationship Type="http://schemas.openxmlformats.org/officeDocument/2006/relationships/slideLayout" Target="/ppt/slideLayouts/slideLayout23.xml" Id="R5973ac682b204cc2" /><Relationship Type="http://schemas.openxmlformats.org/officeDocument/2006/relationships/slideLayout" Target="/ppt/slideLayouts/slideLayout24.xml" Id="Re1ec71f8f7924445" /><Relationship Type="http://schemas.openxmlformats.org/officeDocument/2006/relationships/slideLayout" Target="/ppt/slideLayouts/slideLayout25.xml" Id="Rc5c42b7743854fb7" /><Relationship Type="http://schemas.openxmlformats.org/officeDocument/2006/relationships/slideLayout" Target="/ppt/slideLayouts/slideLayout26.xml" Id="R0d847efe72114aaa" /><Relationship Type="http://schemas.openxmlformats.org/officeDocument/2006/relationships/slideLayout" Target="/ppt/slideLayouts/slideLayout27.xml" Id="R0297db8886a148e1" /><Relationship Type="http://schemas.openxmlformats.org/officeDocument/2006/relationships/slideLayout" Target="/ppt/slideLayouts/slideLayout28.xml" Id="R7b0be67bfabc413b" /><Relationship Type="http://schemas.openxmlformats.org/officeDocument/2006/relationships/slideLayout" Target="/ppt/slideLayouts/slideLayout29.xml" Id="R05bf194eaeaf4ac0" /><Relationship Type="http://schemas.openxmlformats.org/officeDocument/2006/relationships/slideLayout" Target="/ppt/slideLayouts/slideLayout30.xml" Id="Reb42348299024dc4" /><Relationship Type="http://schemas.openxmlformats.org/officeDocument/2006/relationships/slideLayout" Target="/ppt/slideLayouts/slideLayout31.xml" Id="R470f3607ff3a4b86" /><Relationship Type="http://schemas.openxmlformats.org/officeDocument/2006/relationships/slideLayout" Target="/ppt/slideLayouts/slideLayout32.xml" Id="R3d7116cb4f954afc" /><Relationship Type="http://schemas.openxmlformats.org/officeDocument/2006/relationships/slideLayout" Target="/ppt/slideLayouts/slideLayout33.xml" Id="R0175dc6fd24f4d9a" /><Relationship Type="http://schemas.openxmlformats.org/officeDocument/2006/relationships/slideLayout" Target="/ppt/slideLayouts/slideLayout34.xml" Id="R13f0adf52a974feb" /><Relationship Type="http://schemas.openxmlformats.org/officeDocument/2006/relationships/slideLayout" Target="/ppt/slideLayouts/slideLayout35.xml" Id="Re630b29487c442cf" /><Relationship Type="http://schemas.openxmlformats.org/officeDocument/2006/relationships/slideLayout" Target="/ppt/slideLayouts/slideLayout36.xml" Id="Rba294f59043d4962" /><Relationship Type="http://schemas.openxmlformats.org/officeDocument/2006/relationships/slideLayout" Target="/ppt/slideLayouts/slideLayout37.xml" Id="R613533be1068444f" /><Relationship Type="http://schemas.openxmlformats.org/officeDocument/2006/relationships/slideLayout" Target="/ppt/slideLayouts/slideLayout38.xml" Id="R214e74eb3d9b4634" /><Relationship Type="http://schemas.openxmlformats.org/officeDocument/2006/relationships/slideLayout" Target="/ppt/slideLayouts/slideLayout39.xml" Id="Rb592007fd1514017" /><Relationship Type="http://schemas.openxmlformats.org/officeDocument/2006/relationships/slideLayout" Target="/ppt/slideLayouts/slideLayout40.xml" Id="R1363e542f5b14612" /><Relationship Type="http://schemas.openxmlformats.org/officeDocument/2006/relationships/slideLayout" Target="/ppt/slideLayouts/slideLayout41.xml" Id="Rab362b9944064822" /><Relationship Type="http://schemas.openxmlformats.org/officeDocument/2006/relationships/slideLayout" Target="/ppt/slideLayouts/slideLayout42.xml" Id="R9b568e4041fa4901" /><Relationship Type="http://schemas.openxmlformats.org/officeDocument/2006/relationships/slideLayout" Target="/ppt/slideLayouts/slideLayout43.xml" Id="R9d06d6a6d5504d66" /><Relationship Type="http://schemas.openxmlformats.org/officeDocument/2006/relationships/slideLayout" Target="/ppt/slideLayouts/slideLayout44.xml" Id="R5186fab34ff94819" /><Relationship Type="http://schemas.openxmlformats.org/officeDocument/2006/relationships/slideLayout" Target="/ppt/slideLayouts/slideLayout45.xml" Id="Rc15815d63f664ea1" /><Relationship Type="http://schemas.openxmlformats.org/officeDocument/2006/relationships/slideLayout" Target="/ppt/slideLayouts/slideLayout46.xml" Id="R85706a3c5bd546de" /><Relationship Type="http://schemas.openxmlformats.org/officeDocument/2006/relationships/slideLayout" Target="/ppt/slideLayouts/slideLayout47.xml" Id="R76188b7bc3084e52" /><Relationship Type="http://schemas.openxmlformats.org/officeDocument/2006/relationships/slideLayout" Target="/ppt/slideLayouts/slideLayout48.xml" Id="R460bd1861fe94d1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emf" Id="Ree8df57cdc2746b7" /><Relationship Type="http://schemas.openxmlformats.org/officeDocument/2006/relationships/theme" Target="/ppt/slideMasters/theme/theme3.xml" Id="Rd39189a0a2724f4b" /><Relationship Type="http://schemas.openxmlformats.org/officeDocument/2006/relationships/slideLayout" Target="/ppt/slideLayouts/slideLayout49.xml" Id="R43a8c86dfabd47f5" /><Relationship Type="http://schemas.openxmlformats.org/officeDocument/2006/relationships/slideLayout" Target="/ppt/slideLayouts/slideLayout50.xml" Id="Re8382eb48314453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BF8735-DB1F-4C82-8868-563E1983C0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ECD3DC-5D9F-4B3F-BFBE-DEFF72622E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B1BD3E-63DA-4C1D-840F-A8001D70769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Title Placeholder 13">
            <a:extLst xmlns:a="http://schemas.openxmlformats.org/drawingml/2006/main">
              <a:ext uri="{FF2B5EF4-FFF2-40B4-BE49-F238E27FC236}">
                <a16:creationId xmlns:a16="http://schemas.microsoft.com/office/drawing/2014/main" id="{8FC6A5AE-6E70-4C1A-A110-0BF20D9E8D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AD08D21F-8923-4266-8F52-E0D1529E59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0000" y="1260000"/>
            <a:ext cx="111132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+mn-lt"/>
                <a:ea typeface="+mn-lt"/>
                <a:cs typeface="+mn-lt"/>
              </a:rPr>
              <a:t>Click to edit Master text styles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228600" marR="0" lvl="1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+mn-lt"/>
                <a:ea typeface="+mn-lt"/>
                <a:cs typeface="+mn-lt"/>
              </a:rPr>
              <a:t>Second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228600" marR="0" lvl="2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+mn-lt"/>
                <a:ea typeface="+mn-lt"/>
                <a:cs typeface="+mn-lt"/>
              </a:rPr>
              <a:t>Third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228600" marR="0" lvl="3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+mn-lt"/>
                <a:ea typeface="+mn-lt"/>
                <a:cs typeface="+mn-lt"/>
              </a:rPr>
              <a:t>Fourth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228600" marR="0" lvl="4" indent="-22860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+mn-lt"/>
                <a:ea typeface="+mn-lt"/>
                <a:cs typeface="+mn-lt"/>
              </a:rPr>
              <a:t>Fifth level</a:t>
            </a: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2" name="Bild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0367be8dd48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26602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263c9a255e4a95"/>
    <p:sldLayoutId xmlns:r="http://schemas.openxmlformats.org/officeDocument/2006/relationships" id="2147483650" r:id="R627623824ccd4832"/>
    <p:sldLayoutId xmlns:r="http://schemas.openxmlformats.org/officeDocument/2006/relationships" id="2147483651" r:id="R6d2509b27fcb486d"/>
    <p:sldLayoutId xmlns:r="http://schemas.openxmlformats.org/officeDocument/2006/relationships" id="2147483652" r:id="R5b7f479d0a7e4174"/>
    <p:sldLayoutId xmlns:r="http://schemas.openxmlformats.org/officeDocument/2006/relationships" id="2147483653" r:id="Rd5a7032d9c984cee"/>
    <p:sldLayoutId xmlns:r="http://schemas.openxmlformats.org/officeDocument/2006/relationships" id="2147483654" r:id="R4683244b93a04b01"/>
    <p:sldLayoutId xmlns:r="http://schemas.openxmlformats.org/officeDocument/2006/relationships" id="2147483655" r:id="Rb774687d0abe4576"/>
    <p:sldLayoutId xmlns:r="http://schemas.openxmlformats.org/officeDocument/2006/relationships" id="2147483656" r:id="R62f96a5baced49a0"/>
    <p:sldLayoutId xmlns:r="http://schemas.openxmlformats.org/officeDocument/2006/relationships" id="2147483657" r:id="R816bfeac3d9648b8"/>
    <p:sldLayoutId xmlns:r="http://schemas.openxmlformats.org/officeDocument/2006/relationships" id="2147483658" r:id="Raeab1cc31f194914"/>
    <p:sldLayoutId xmlns:r="http://schemas.openxmlformats.org/officeDocument/2006/relationships" id="2147483659" r:id="Rc3005775adc042c6"/>
    <p:sldLayoutId xmlns:r="http://schemas.openxmlformats.org/officeDocument/2006/relationships" id="2147483660" r:id="R71791d6b1f7e41b1"/>
    <p:sldLayoutId xmlns:r="http://schemas.openxmlformats.org/officeDocument/2006/relationships" id="2147483661" r:id="R25c05733720740f1"/>
    <p:sldLayoutId xmlns:r="http://schemas.openxmlformats.org/officeDocument/2006/relationships" id="2147483662" r:id="R191bf081b3514854"/>
    <p:sldLayoutId xmlns:r="http://schemas.openxmlformats.org/officeDocument/2006/relationships" id="2147483663" r:id="R5762df40f6ca4710"/>
    <p:sldLayoutId xmlns:r="http://schemas.openxmlformats.org/officeDocument/2006/relationships" id="2147483664" r:id="R4a7c5a6c031d4dc8"/>
    <p:sldLayoutId xmlns:r="http://schemas.openxmlformats.org/officeDocument/2006/relationships" id="2147483665" r:id="R411a1b974efb4c42"/>
    <p:sldLayoutId xmlns:r="http://schemas.openxmlformats.org/officeDocument/2006/relationships" id="2147483666" r:id="R4e8aade9d2f6483a"/>
    <p:sldLayoutId xmlns:r="http://schemas.openxmlformats.org/officeDocument/2006/relationships" id="2147483667" r:id="R96f86ee80c5146f3"/>
    <p:sldLayoutId xmlns:r="http://schemas.openxmlformats.org/officeDocument/2006/relationships" id="2147483668" r:id="Re3d9b61b42524024"/>
    <p:sldLayoutId xmlns:r="http://schemas.openxmlformats.org/officeDocument/2006/relationships" id="2147483669" r:id="R683e6e2f5f274ebd"/>
    <p:sldLayoutId xmlns:r="http://schemas.openxmlformats.org/officeDocument/2006/relationships" id="2147483670" r:id="R2e27f3b8e7c04b00"/>
    <p:sldLayoutId xmlns:r="http://schemas.openxmlformats.org/officeDocument/2006/relationships" id="2147483671" r:id="R5973ac682b204cc2"/>
    <p:sldLayoutId xmlns:r="http://schemas.openxmlformats.org/officeDocument/2006/relationships" id="2147483672" r:id="Re1ec71f8f7924445"/>
    <p:sldLayoutId xmlns:r="http://schemas.openxmlformats.org/officeDocument/2006/relationships" id="2147483673" r:id="Rc5c42b7743854fb7"/>
    <p:sldLayoutId xmlns:r="http://schemas.openxmlformats.org/officeDocument/2006/relationships" id="2147483674" r:id="R0d847efe72114aaa"/>
    <p:sldLayoutId xmlns:r="http://schemas.openxmlformats.org/officeDocument/2006/relationships" id="2147483675" r:id="R0297db8886a148e1"/>
    <p:sldLayoutId xmlns:r="http://schemas.openxmlformats.org/officeDocument/2006/relationships" id="2147483676" r:id="R7b0be67bfabc413b"/>
    <p:sldLayoutId xmlns:r="http://schemas.openxmlformats.org/officeDocument/2006/relationships" id="2147483677" r:id="R05bf194eaeaf4ac0"/>
    <p:sldLayoutId xmlns:r="http://schemas.openxmlformats.org/officeDocument/2006/relationships" id="2147483678" r:id="Reb42348299024dc4"/>
    <p:sldLayoutId xmlns:r="http://schemas.openxmlformats.org/officeDocument/2006/relationships" id="2147483679" r:id="R470f3607ff3a4b86"/>
    <p:sldLayoutId xmlns:r="http://schemas.openxmlformats.org/officeDocument/2006/relationships" id="2147483680" r:id="R3d7116cb4f954afc"/>
    <p:sldLayoutId xmlns:r="http://schemas.openxmlformats.org/officeDocument/2006/relationships" id="2147483681" r:id="R0175dc6fd24f4d9a"/>
    <p:sldLayoutId xmlns:r="http://schemas.openxmlformats.org/officeDocument/2006/relationships" id="2147483682" r:id="R13f0adf52a974feb"/>
    <p:sldLayoutId xmlns:r="http://schemas.openxmlformats.org/officeDocument/2006/relationships" id="2147483683" r:id="Re630b29487c442cf"/>
    <p:sldLayoutId xmlns:r="http://schemas.openxmlformats.org/officeDocument/2006/relationships" id="2147483684" r:id="Rba294f59043d4962"/>
    <p:sldLayoutId xmlns:r="http://schemas.openxmlformats.org/officeDocument/2006/relationships" id="2147483685" r:id="R613533be1068444f"/>
    <p:sldLayoutId xmlns:r="http://schemas.openxmlformats.org/officeDocument/2006/relationships" id="2147483686" r:id="R214e74eb3d9b4634"/>
    <p:sldLayoutId xmlns:r="http://schemas.openxmlformats.org/officeDocument/2006/relationships" id="2147483687" r:id="Rb592007fd1514017"/>
    <p:sldLayoutId xmlns:r="http://schemas.openxmlformats.org/officeDocument/2006/relationships" id="2147483688" r:id="R1363e542f5b14612"/>
    <p:sldLayoutId xmlns:r="http://schemas.openxmlformats.org/officeDocument/2006/relationships" id="2147483689" r:id="Rab362b9944064822"/>
    <p:sldLayoutId xmlns:r="http://schemas.openxmlformats.org/officeDocument/2006/relationships" id="2147483690" r:id="R9b568e4041fa4901"/>
    <p:sldLayoutId xmlns:r="http://schemas.openxmlformats.org/officeDocument/2006/relationships" id="2147483691" r:id="R9d06d6a6d5504d66"/>
    <p:sldLayoutId xmlns:r="http://schemas.openxmlformats.org/officeDocument/2006/relationships" id="2147483692" r:id="R5186fab34ff94819"/>
    <p:sldLayoutId xmlns:r="http://schemas.openxmlformats.org/officeDocument/2006/relationships" id="2147483693" r:id="Rc15815d63f664ea1"/>
    <p:sldLayoutId xmlns:r="http://schemas.openxmlformats.org/officeDocument/2006/relationships" id="2147483694" r:id="R85706a3c5bd546de"/>
    <p:sldLayoutId xmlns:r="http://schemas.openxmlformats.org/officeDocument/2006/relationships" id="2147483695" r:id="R76188b7bc3084e52"/>
    <p:sldLayoutId xmlns:r="http://schemas.openxmlformats.org/officeDocument/2006/relationships" id="2147483696" r:id="R460bd1861fe94d13"/>
  </p:sldLayoutIdLst>
  <p:hf hdr="0"/>
  <p:txStyles>
    <p:titleStyle>
      <a:lvl1pPr xmlns:a="http://schemas.openxmlformats.org/drawingml/2006/main" algn="l" defTabSz="914400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marR="0" indent="-228600" algn="l" defTabSz="914400">
        <a:lnSpc>
          <a:spcPct val="100000"/>
        </a:lnSpc>
        <a:spcBef>
          <a:spcPts val="10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–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A4379E-B836-407A-953A-49EACBD03B2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München, 2021-10-28</a:t>
            </a:r>
            <a:endParaRPr/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73CF3C-04A2-462A-9EB5-404D23EA83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Referent (TUM) | Lehrstuhl für Robotik, Künstliche Intelligenz und Echtzeitsysteme</a:t>
            </a:r>
            <a:endParaRPr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759AF7-FE6F-4AC1-8010-1FB911B172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48200" y="6408000"/>
            <a:ext cx="408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r">
              <a:buNone/>
              <a:defRPr sz="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Title Placeholder 13">
            <a:extLst xmlns:a="http://schemas.openxmlformats.org/drawingml/2006/main">
              <a:ext uri="{FF2B5EF4-FFF2-40B4-BE49-F238E27FC236}">
                <a16:creationId xmlns:a16="http://schemas.microsoft.com/office/drawing/2014/main" id="{F846956E-714A-4D5F-8B2A-9220902455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0000" y="540000"/>
            <a:ext cx="111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68647C0C-E269-4934-B227-CA23A0FB45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0000" y="1260000"/>
            <a:ext cx="111132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pic>
        <p:nvPicPr>
          <p:cNvPr id="22" name="Bild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df57cdc2746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3200" y="540000"/>
            <a:ext cx="810000" cy="43274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8" r:id="R43a8c86dfabd47f5"/>
    <p:sldLayoutId xmlns:r="http://schemas.openxmlformats.org/officeDocument/2006/relationships" id="2147483699" r:id="Re8382eb48314453a"/>
  </p:sldLayoutIdLst>
  <p:hf hdr="0"/>
  <p:txStyles>
    <p:titleStyle>
      <a:lvl1pPr xmlns:a="http://schemas.openxmlformats.org/drawingml/2006/main" algn="l" defTabSz="914400"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marR="0" indent="-228600" algn="l" defTabSz="914400">
        <a:lnSpc>
          <a:spcPct val="100000"/>
        </a:lnSpc>
        <a:spcBef>
          <a:spcPts val="10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bg1"/>
          </a:solidFill>
          <a:latin typeface="+mn-lt"/>
          <a:ea typeface="+mn-lt"/>
          <a:cs typeface="+mn-lt"/>
        </a:defRPr>
      </a:lvl1pPr>
      <a:lvl2pPr xmlns:a="http://schemas.openxmlformats.org/drawingml/2006/main" marL="6858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–"/>
        <a:defRPr sz="1800" kern="1200">
          <a:solidFill>
            <a:schemeClr val="bg1"/>
          </a:solidFill>
          <a:latin typeface="+mn-lt"/>
          <a:ea typeface="+mn-lt"/>
          <a:cs typeface="+mn-lt"/>
        </a:defRPr>
      </a:lvl2pPr>
      <a:lvl3pPr xmlns:a="http://schemas.openxmlformats.org/drawingml/2006/main" marL="11430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bg1"/>
          </a:solidFill>
          <a:latin typeface="+mn-lt"/>
          <a:ea typeface="+mn-lt"/>
          <a:cs typeface="+mn-lt"/>
        </a:defRPr>
      </a:lvl3pPr>
      <a:lvl4pPr xmlns:a="http://schemas.openxmlformats.org/drawingml/2006/main" marL="16002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–"/>
        <a:defRPr sz="1800" kern="1200">
          <a:solidFill>
            <a:schemeClr val="bg1"/>
          </a:solidFill>
          <a:latin typeface="+mn-lt"/>
          <a:ea typeface="+mn-lt"/>
          <a:cs typeface="+mn-lt"/>
        </a:defRPr>
      </a:lvl4pPr>
      <a:lvl5pPr xmlns:a="http://schemas.openxmlformats.org/drawingml/2006/main" marL="2057400" marR="0" indent="-228600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kern="1200">
          <a:solidFill>
            <a:schemeClr val="bg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hite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Blue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8ac95a32c4dcf" /><Relationship Type="http://schemas.openxmlformats.org/officeDocument/2006/relationships/image" Target="/ppt/media/image.jpeg" Id="R9eb1af8b3c8e43b7" /><Relationship Type="http://schemas.openxmlformats.org/officeDocument/2006/relationships/notesSlide" Target="/ppt/notesSlides/notesSlide1.xml" Id="R4cf1c6e86bb840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e032e359bc4084" /><Relationship Type="http://schemas.openxmlformats.org/officeDocument/2006/relationships/image" Target="/ppt/media/image.png" Id="Rbf08d7a5f1cb4503" /><Relationship Type="http://schemas.openxmlformats.org/officeDocument/2006/relationships/image" Target="/ppt/media/image2.png" Id="R742debf8c1794503" /><Relationship Type="http://schemas.openxmlformats.org/officeDocument/2006/relationships/notesSlide" Target="/ppt/notesSlides/notesSlide2.xml" Id="R312331dedfb345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29b96167c44512" /><Relationship Type="http://schemas.openxmlformats.org/officeDocument/2006/relationships/image" Target="/ppt/media/image.png" Id="R04fbfe4f1d0740ea" /><Relationship Type="http://schemas.openxmlformats.org/officeDocument/2006/relationships/image" Target="/ppt/media/image2.png" Id="Rd998e59a4133448c" /><Relationship Type="http://schemas.openxmlformats.org/officeDocument/2006/relationships/notesSlide" Target="/ppt/notesSlides/notesSlide3.xml" Id="Rb2b01014dd944c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5c764ea17e4897" /><Relationship Type="http://schemas.openxmlformats.org/officeDocument/2006/relationships/image" Target="/ppt/media/image.png" Id="Rb6a33af430414e05" /><Relationship Type="http://schemas.openxmlformats.org/officeDocument/2006/relationships/image" Target="/ppt/media/image2.png" Id="Rda49dbfdfa4f43db" /><Relationship Type="http://schemas.openxmlformats.org/officeDocument/2006/relationships/notesSlide" Target="/ppt/notesSlides/notesSlide4.xml" Id="R3844059b078448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0834e996be4747" /><Relationship Type="http://schemas.openxmlformats.org/officeDocument/2006/relationships/notesSlide" Target="/ppt/notesSlides/notesSlide5.xml" Id="Rc671bc4a66cd44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0d0bd7352442ca" /><Relationship Type="http://schemas.openxmlformats.org/officeDocument/2006/relationships/notesSlide" Target="/ppt/notesSlides/notesSlide6.xml" Id="Reb5898c4dfb140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5962df79c942ae" /><Relationship Type="http://schemas.openxmlformats.org/officeDocument/2006/relationships/image" Target="/ppt/media/image.png" Id="Rbcbecffdb94a425d" /><Relationship Type="http://schemas.openxmlformats.org/officeDocument/2006/relationships/image" Target="/ppt/media/image2.png" Id="R98215221716c4775" /><Relationship Type="http://schemas.openxmlformats.org/officeDocument/2006/relationships/notesSlide" Target="/ppt/notesSlides/notesSlide7.xml" Id="R21b73ba6a44349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9295d4e9e240e3" /><Relationship Type="http://schemas.openxmlformats.org/officeDocument/2006/relationships/image" Target="/ppt/media/image.png" Id="R87e686bdb3ed49c0" /><Relationship Type="http://schemas.openxmlformats.org/officeDocument/2006/relationships/image" Target="/ppt/media/image2.png" Id="Rdf9e1d01d1fd4732" /><Relationship Type="http://schemas.openxmlformats.org/officeDocument/2006/relationships/notesSlide" Target="/ppt/notesSlides/notesSlide8.xml" Id="R6bd7ec1fe79b4a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86f804df4343bb" /><Relationship Type="http://schemas.openxmlformats.org/officeDocument/2006/relationships/notesSlide" Target="/ppt/notesSlides/notesSlide9.xml" Id="R190a4e467e2742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49ab336be4c10" /><Relationship Type="http://schemas.openxmlformats.org/officeDocument/2006/relationships/image" Target="/ppt/media/image.png" Id="R6f5ed36249a0494c" /><Relationship Type="http://schemas.openxmlformats.org/officeDocument/2006/relationships/image" Target="/ppt/media/image2.png" Id="R8cf5e23a69494a55" /><Relationship Type="http://schemas.openxmlformats.org/officeDocument/2006/relationships/notesSlide" Target="/ppt/notesSlides/notesSlide10.xml" Id="R778ef7a3130b44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590f262a99485e" /><Relationship Type="http://schemas.openxmlformats.org/officeDocument/2006/relationships/notesSlide" Target="/ppt/notesSlides/notesSlide11.xml" Id="R6f6a94a40aad43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1af8b3c8e43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3200" y="1918800"/>
            <a:ext cx="5040000" cy="4398983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6BA496-1B40-48C7-8EA5-D6AF597D657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40000" y="2132856"/>
            <a:ext cx="11113200" cy="9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Agent 优化调研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358BE3B-DF59-4544-9795-5EED30F937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0000" y="3032856"/>
            <a:ext cx="11113200" cy="54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Quality — Latency — Cost 的联合优化</a:t>
            </a: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202E4AB-326B-4263-91E0-10C0372DB1BA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40000" y="4292856"/>
            <a:ext cx="11113200" cy="36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Project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608B3C9-3725-4CE0-9873-82363ED21A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000" y="3932856"/>
            <a:ext cx="11113200" cy="36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2026-08-08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27193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核心判断：优化目标是 Pareto 前沿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2026-08-08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Agent Optimization Research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研究立场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不以“更多 Agent”作为默认答案；在质量下限约束下，寻找延迟与成本更低的可复现架构。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维度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需要提升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不能忽略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Quality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任务成功率、正确性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重复运行稳定性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Latency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端到端时间、关键路径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并行开销与外部工具等待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Cost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输入/输出 Token、API 费用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失败重试与通信税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8d7a5f1cb4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debf8c1794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先建立统一测量，再讨论优化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2026-08-08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Agent Optimization Research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最低实验协议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固定任务集、模型版本、工具权限和输出契约；每个配置重复运行，记录完整轨迹而不只看最终答案。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指标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核心定义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建议报告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Quality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通过率 / 任务得分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均值、方差、失败类型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Latency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完成时间与关键路径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P50、P95、节点耗时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Cost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Token × 模型单价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每次成功成本 Cost-of-Pass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bfe4f1d0740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8e59a413344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成本优化优先减少“昂贵调用”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2026-08-08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Agent Optimization Research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可落地结论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先做规则型路由和精确缓存；积累实验数据后，再训练任务难度或质量增益预测器。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策略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机制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主要权衡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Model Routing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简单请求走小模型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路由错误会损失质量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Cascade / Cache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低价模型先答；命中则复用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需校准置信度与新鲜度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Adaptive Stop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达到质量阈值即停止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阈值过松会提前结束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33af430414e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9dbfdfa4f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ectangle: Rounded Corners 53">
            <a:extLst xmlns:a="http://schemas.openxmlformats.org/drawingml/2006/main">
              <a:ext uri="{FF2B5EF4-FFF2-40B4-BE49-F238E27FC236}">
                <a16:creationId xmlns:a16="http://schemas.microsoft.com/office/drawing/2014/main" id="{DCC26DE8-DC28-4FB0-AF7B-1A8FA71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00" y="5148233"/>
            <a:ext cx="11268012" cy="97746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7414D6-2513-45E4-B1CF-3984297D9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速度优化：缩短关键路径，而非单节点跑分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BE3A84-E6BD-418A-9574-89F2B5B266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84C54BFD-E145-47E4-A1F1-5D14F40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88" y="1924805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A30B2BE-777E-4E41-9085-C06538DC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00547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1"/>
                </a:solidFill>
              </a:rPr>
              <a:t>STEP 01</a:t>
            </a:r>
            <a:endParaRPr sz="1200" b="1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025F30A-DEDC-44E1-B947-C08012C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790176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依赖分析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D1E34E-9BC6-494B-8AF7-39B35D1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3178934"/>
            <a:ext cx="262829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识别真正的数据依赖，避免伪串行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48469459-47F8-401C-BB77-CCB816D2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00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C023CF-D43A-4833-8ADF-A5F415B4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02068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tx2"/>
                </a:solidFill>
              </a:rPr>
              <a:t>STEP 02</a:t>
            </a:r>
            <a:endParaRPr sz="1200" b="1">
              <a:solidFill>
                <a:schemeClr val="tx2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45BE4A8-5974-4E01-944B-CE02307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805386"/>
            <a:ext cx="299042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/>
                </a:solidFill>
              </a:rPr>
              <a:t>生成 DAG</a:t>
            </a:r>
            <a:endParaRPr sz="1600" b="1">
              <a:solidFill>
                <a:schemeClr val="tx2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B429C4B-9129-4C26-9BEA-A2BF4BFC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3194144"/>
            <a:ext cx="264839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把工具调用编译为可执行任务图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CA8723E4-8641-4B2C-8F0C-CE67B5E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112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3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B7C98B-EDA5-4617-9C99-7734014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3"/>
                </a:solidFill>
              </a:rPr>
              <a:t>STEP 03</a:t>
            </a:r>
            <a:endParaRPr sz="1200" b="1">
              <a:solidFill>
                <a:schemeClr val="accent3"/>
              </a:solidFill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199A4B-C3CD-4A4C-9A2A-41B1C58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786758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3"/>
                </a:solidFill>
              </a:rPr>
              <a:t>并行执行</a:t>
            </a:r>
            <a:endParaRPr sz="1600" b="1">
              <a:solidFill>
                <a:schemeClr val="accent3"/>
              </a:solidFill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F545613-EF97-4A11-8093-23EA10C2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3175516"/>
            <a:ext cx="25391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独立 Agent / Tool 同时运行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7B44ABCA-5641-45B6-8B08-DF1C91C4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524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3A25125-6E43-4A32-9C4B-08F9CE4B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2"/>
                </a:solidFill>
              </a:rPr>
              <a:t>STEP 04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B8650B-EFAC-486A-9AE7-F850ECA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580945"/>
            <a:ext cx="244827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2"/>
                </a:solidFill>
              </a:rPr>
              <a:t>提前结束</a:t>
            </a:r>
            <a:endParaRPr sz="1600" b="1">
              <a:solidFill>
                <a:schemeClr val="accent2"/>
              </a:solidFill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96B8604-8FBD-43C0-8A1E-4952B92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3175516"/>
            <a:ext cx="24482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达到阈值即取消剩余分支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7" name="Connector: Curved 32"/>
          <p:cNvCxnSpPr>
            <a:stCxn xmlns:a="http://schemas.openxmlformats.org/drawingml/2006/main" id="24" idx="0"/>
            <a:endCxn xmlns:a="http://schemas.openxmlformats.org/drawingml/2006/main" id="20" idx="0"/>
          </p:cNvCxnSpPr>
          <p:nvPr/>
        </p:nvCxnSpPr>
        <p:spPr>
          <a:xfrm xmlns:a="http://schemas.openxmlformats.org/drawingml/2006/main" rot="16200000" flipV="1">
            <a:off x="6160050" y="471181"/>
            <a:ext cx="12700" cy="2900412"/>
          </a:xfrm>
          <a:prstGeom xmlns:a="http://schemas.openxmlformats.org/drawingml/2006/main" prst="curvedConnector3">
            <a:avLst>
              <a:gd name="adj1" fmla="val 1800000"/>
            </a:avLst>
          </a:prstGeom>
          <a:ln xmlns:a="http://schemas.openxmlformats.org/drawingml/2006/main" w="28575" cap="flat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cxnSp>
        <p:nvCxnSpPr>
          <p:cNvPr id="98" name="Connector: Curved 40"/>
          <p:cNvCxnSpPr>
            <a:stCxn xmlns:a="http://schemas.openxmlformats.org/drawingml/2006/main" id="28" idx="2"/>
            <a:endCxn xmlns:a="http://schemas.openxmlformats.org/drawingml/2006/main" id="20" idx="2"/>
          </p:cNvCxnSpPr>
          <p:nvPr/>
        </p:nvCxnSpPr>
        <p:spPr>
          <a:xfrm xmlns:a="http://schemas.openxmlformats.org/drawingml/2006/main" rot="5400000">
            <a:off x="7610256" y="1181215"/>
            <a:ext cx="12700" cy="5800824"/>
          </a:xfrm>
          <a:prstGeom xmlns:a="http://schemas.openxmlformats.org/drawingml/2006/main" prst="curvedConnector3">
            <a:avLst>
              <a:gd name="adj1" fmla="val 3000000"/>
            </a:avLst>
          </a:prstGeom>
          <a:ln xmlns:a="http://schemas.openxmlformats.org/drawingml/2006/main" w="28575" cap="flat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72164ADF-E030-4D48-A7F3-7D5ACE3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88" y="1337406"/>
            <a:ext cx="9612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6"/>
                </a:solidFill>
              </a:rPr>
              <a:t>Critical Path</a:t>
            </a:r>
            <a:endParaRPr sz="1200" b="1">
              <a:solidFill>
                <a:schemeClr val="accent6"/>
              </a:solidFill>
            </a:endParaR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8E1C387-511A-40C0-9214-454D93EE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02" y="4520153"/>
            <a:ext cx="14432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5"/>
                </a:solidFill>
              </a:rPr>
              <a:t>Stop Signal</a:t>
            </a:r>
            <a:endParaRPr sz="1200" b="1">
              <a:solidFill>
                <a:schemeClr val="accent5"/>
              </a:solidFill>
            </a:endParaR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A091D287-0C0F-49DC-85EE-DE0E206C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04" y="5344578"/>
            <a:ext cx="10878020" cy="5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LLMCompiler 报告相对 ReAct 最高 3.7× 延迟加速、6.7× 成本节省，并在测试中提升准确率；适合映射到 Flowise 并行分支。</a:t>
            </a:r>
            <a:endParaRPr sz="1600"/>
          </a:p>
        </p:txBody>
      </p:sp>
      <p:sp>
        <p:nvSpPr>
          <p:cNvPr id="5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A106FF-0849-45BD-859A-2AAD9DB65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Agent Optimization Research</a:t>
            </a:r>
            <a:endParaRPr/>
          </a:p>
        </p:txBody>
      </p:sp>
      <p:sp>
        <p:nvSpPr>
          <p:cNvPr id="3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C300EF-9162-4512-9638-49237478BA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2026-08-08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368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ectangle: Rounded Corners 53">
            <a:extLst xmlns:a="http://schemas.openxmlformats.org/drawingml/2006/main">
              <a:ext uri="{FF2B5EF4-FFF2-40B4-BE49-F238E27FC236}">
                <a16:creationId xmlns:a16="http://schemas.microsoft.com/office/drawing/2014/main" id="{DCC26DE8-DC28-4FB0-AF7B-1A8FA71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00" y="5148233"/>
            <a:ext cx="11268012" cy="97746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7414D6-2513-45E4-B1CF-3984297D9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效果优化：把额外推理预算花在失败样本上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BE3A84-E6BD-418A-9574-89F2B5B266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84C54BFD-E145-47E4-A1F1-5D14F40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88" y="1924805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A30B2BE-777E-4E41-9085-C06538DC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00547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1"/>
                </a:solidFill>
              </a:rPr>
              <a:t>STEP 01</a:t>
            </a:r>
            <a:endParaRPr sz="1200" b="1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025F30A-DEDC-44E1-B947-C08012C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790176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生成初稿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D1E34E-9BC6-494B-8AF7-39B35D1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3178934"/>
            <a:ext cx="262829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使用基础 Agent 完成一次任务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48469459-47F8-401C-BB77-CCB816D2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00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C023CF-D43A-4833-8ADF-A5F415B4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02068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tx2"/>
                </a:solidFill>
              </a:rPr>
              <a:t>STEP 02</a:t>
            </a:r>
            <a:endParaRPr sz="1200" b="1">
              <a:solidFill>
                <a:schemeClr val="tx2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45BE4A8-5974-4E01-944B-CE02307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805386"/>
            <a:ext cx="299042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/>
                </a:solidFill>
              </a:rPr>
              <a:t>轻量检查</a:t>
            </a:r>
            <a:endParaRPr sz="1600" b="1">
              <a:solidFill>
                <a:schemeClr val="tx2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B429C4B-9129-4C26-9BEA-A2BF4BFC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3194144"/>
            <a:ext cx="264839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规则或小模型发现明显缺陷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CA8723E4-8641-4B2C-8F0C-CE67B5E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112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3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B7C98B-EDA5-4617-9C99-7734014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3"/>
                </a:solidFill>
              </a:rPr>
              <a:t>STEP 03</a:t>
            </a:r>
            <a:endParaRPr sz="1200" b="1">
              <a:solidFill>
                <a:schemeClr val="accent3"/>
              </a:solidFill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199A4B-C3CD-4A4C-9A2A-41B1C58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786758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3"/>
                </a:solidFill>
              </a:rPr>
              <a:t>条件反思</a:t>
            </a:r>
            <a:endParaRPr sz="1600" b="1">
              <a:solidFill>
                <a:schemeClr val="accent3"/>
              </a:solidFill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F545613-EF97-4A11-8093-23EA10C2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3175516"/>
            <a:ext cx="25391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仅失败样本进入反馈与修订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7B44ABCA-5641-45B6-8B08-DF1C91C4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524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3A25125-6E43-4A32-9C4B-08F9CE4B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2"/>
                </a:solidFill>
              </a:rPr>
              <a:t>STEP 04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B8650B-EFAC-486A-9AE7-F850ECA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580945"/>
            <a:ext cx="244827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2"/>
                </a:solidFill>
              </a:rPr>
              <a:t>质量闸门</a:t>
            </a:r>
            <a:endParaRPr sz="1600" b="1">
              <a:solidFill>
                <a:schemeClr val="accent2"/>
              </a:solidFill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96B8604-8FBD-43C0-8A1E-4952B92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3175516"/>
            <a:ext cx="24482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通过即返回；否则升级模型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7" name="Connector: Curved 32"/>
          <p:cNvCxnSpPr>
            <a:stCxn xmlns:a="http://schemas.openxmlformats.org/drawingml/2006/main" id="24" idx="0"/>
            <a:endCxn xmlns:a="http://schemas.openxmlformats.org/drawingml/2006/main" id="20" idx="0"/>
          </p:cNvCxnSpPr>
          <p:nvPr/>
        </p:nvCxnSpPr>
        <p:spPr>
          <a:xfrm xmlns:a="http://schemas.openxmlformats.org/drawingml/2006/main" rot="16200000" flipV="1">
            <a:off x="6160050" y="471181"/>
            <a:ext cx="12700" cy="2900412"/>
          </a:xfrm>
          <a:prstGeom xmlns:a="http://schemas.openxmlformats.org/drawingml/2006/main" prst="curvedConnector3">
            <a:avLst>
              <a:gd name="adj1" fmla="val 1800000"/>
            </a:avLst>
          </a:prstGeom>
          <a:ln xmlns:a="http://schemas.openxmlformats.org/drawingml/2006/main" w="28575" cap="flat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cxnSp>
        <p:nvCxnSpPr>
          <p:cNvPr id="98" name="Connector: Curved 40"/>
          <p:cNvCxnSpPr>
            <a:stCxn xmlns:a="http://schemas.openxmlformats.org/drawingml/2006/main" id="28" idx="2"/>
            <a:endCxn xmlns:a="http://schemas.openxmlformats.org/drawingml/2006/main" id="20" idx="2"/>
          </p:cNvCxnSpPr>
          <p:nvPr/>
        </p:nvCxnSpPr>
        <p:spPr>
          <a:xfrm xmlns:a="http://schemas.openxmlformats.org/drawingml/2006/main" rot="5400000">
            <a:off x="7610256" y="1181215"/>
            <a:ext cx="12700" cy="5800824"/>
          </a:xfrm>
          <a:prstGeom xmlns:a="http://schemas.openxmlformats.org/drawingml/2006/main" prst="curvedConnector3">
            <a:avLst>
              <a:gd name="adj1" fmla="val 3000000"/>
            </a:avLst>
          </a:prstGeom>
          <a:ln xmlns:a="http://schemas.openxmlformats.org/drawingml/2006/main" w="28575" cap="flat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72164ADF-E030-4D48-A7F3-7D5ACE3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88" y="1337406"/>
            <a:ext cx="9612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6"/>
                </a:solidFill>
              </a:rPr>
              <a:t>Quality Gate</a:t>
            </a:r>
            <a:endParaRPr sz="1200" b="1">
              <a:solidFill>
                <a:schemeClr val="accent6"/>
              </a:solidFill>
            </a:endParaR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8E1C387-511A-40C0-9214-454D93EE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02" y="4520153"/>
            <a:ext cx="14432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5"/>
                </a:solidFill>
              </a:rPr>
              <a:t>Budget Cap</a:t>
            </a:r>
            <a:endParaRPr sz="1200" b="1">
              <a:solidFill>
                <a:schemeClr val="accent5"/>
              </a:solidFill>
            </a:endParaR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A091D287-0C0F-49DC-85EE-DE0E206C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04" y="5344578"/>
            <a:ext cx="10878020" cy="5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Self-Refine 在论文的 7 类任务上平均获得约 20% 绝对提升，但迭代会增加调用；因此建议采用“条件验证”，而不是所有任务固定反思。</a:t>
            </a:r>
            <a:endParaRPr sz="1600"/>
          </a:p>
        </p:txBody>
      </p:sp>
      <p:sp>
        <p:nvSpPr>
          <p:cNvPr id="5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A106FF-0849-45BD-859A-2AAD9DB65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Agent Optimization Research</a:t>
            </a:r>
            <a:endParaRPr/>
          </a:p>
        </p:txBody>
      </p:sp>
      <p:sp>
        <p:nvSpPr>
          <p:cNvPr id="3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C300EF-9162-4512-9638-49237478BA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2026-08-08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368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 优化：减少上下文与 Agent 通信税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2026-08-08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Agent Optimization Research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实践顺序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先做确定性裁剪与结构化状态，再测试学习型压缩；压缩收益必须扣除压缩器自身延迟。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方法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减少什么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质量保护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LLMLingua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长 Prompt / 历史上下文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保留指令、实体和关键证据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AgentPrune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冗余边与重复消息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保留高贡献通信路径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Structured State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全量对话广播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Agent 只读取所需状态键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ecffdb94a42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15221716c47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现有研究支持“动态而非固定”的 Agent 系统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2026-08-08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Agent Optimization Research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综合结论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固定“大团队 + 多轮讨论”通常不是最优；应让 Meta-Agent 根据任务、预算与历史表现选择模型、Agent 数量和通信结构。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研究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核心机制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对本项目的启示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DyLAN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按贡献选择 Agent + early stop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任务难度决定团队规模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AgentPrune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裁剪时空通信图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减少无效消息与 Token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Efficient Agents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匹配任务所需复杂度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以 Cost-of-Pass 比较架构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686bdb3ed49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e1d01d1fd47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ectangle: Rounded Corners 53">
            <a:extLst xmlns:a="http://schemas.openxmlformats.org/drawingml/2006/main">
              <a:ext uri="{FF2B5EF4-FFF2-40B4-BE49-F238E27FC236}">
                <a16:creationId xmlns:a16="http://schemas.microsoft.com/office/drawing/2014/main" id="{DCC26DE8-DC28-4FB0-AF7B-1A8FA71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00" y="5148233"/>
            <a:ext cx="11268012" cy="97746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7414D6-2513-45E4-B1CF-3984297D9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建议方案：Meta-Agent Optimization Controller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BE3A84-E6BD-418A-9574-89F2B5B266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84C54BFD-E145-47E4-A1F1-5D14F40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88" y="1924805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A30B2BE-777E-4E41-9085-C06538DC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00547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1"/>
                </a:solidFill>
              </a:rPr>
              <a:t>PHASE 01</a:t>
            </a:r>
            <a:endParaRPr sz="1200" b="1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025F30A-DEDC-44E1-B947-C08012C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790176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Observe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D1E34E-9BC6-494B-8AF7-39B35D1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3178934"/>
            <a:ext cx="262829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记录节点 Token、耗时、费用与结果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48469459-47F8-401C-BB77-CCB816D2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00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C023CF-D43A-4833-8ADF-A5F415B4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02068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tx2"/>
                </a:solidFill>
              </a:rPr>
              <a:t>PHASE 02</a:t>
            </a:r>
            <a:endParaRPr sz="1200" b="1">
              <a:solidFill>
                <a:schemeClr val="tx2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45BE4A8-5974-4E01-944B-CE02307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805386"/>
            <a:ext cx="299042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/>
                </a:solidFill>
              </a:rPr>
              <a:t>Diagnose</a:t>
            </a:r>
            <a:endParaRPr sz="1600" b="1">
              <a:solidFill>
                <a:schemeClr val="tx2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B429C4B-9129-4C26-9BEA-A2BF4BFC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3194144"/>
            <a:ext cx="264839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定位高成本调用、关键路径和失败点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CA8723E4-8641-4B2C-8F0C-CE67B5E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112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3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B7C98B-EDA5-4617-9C99-7734014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3"/>
                </a:solidFill>
              </a:rPr>
              <a:t>PHASE 03</a:t>
            </a:r>
            <a:endParaRPr sz="1200" b="1">
              <a:solidFill>
                <a:schemeClr val="accent3"/>
              </a:solidFill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199A4B-C3CD-4A4C-9A2A-41B1C58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786758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3"/>
                </a:solidFill>
              </a:rPr>
              <a:t>Optimize</a:t>
            </a:r>
            <a:endParaRPr sz="1600" b="1">
              <a:solidFill>
                <a:schemeClr val="accent3"/>
              </a:solidFill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F545613-EF97-4A11-8093-23EA10C2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3175516"/>
            <a:ext cx="25391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选择路由、并行、压缩、裁剪或验证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7B44ABCA-5641-45B6-8B08-DF1C91C4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524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3A25125-6E43-4A32-9C4B-08F9CE4B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2"/>
                </a:solidFill>
              </a:rPr>
              <a:t>PHASE 04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B8650B-EFAC-486A-9AE7-F850ECA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580945"/>
            <a:ext cx="244827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2"/>
                </a:solidFill>
              </a:rPr>
              <a:t>Evaluate</a:t>
            </a:r>
            <a:endParaRPr sz="1600" b="1">
              <a:solidFill>
                <a:schemeClr val="accent2"/>
              </a:solidFill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96B8604-8FBD-43C0-8A1E-4952B92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3175516"/>
            <a:ext cx="24482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与基线做受控 A/B，对比 Pareto 改善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7" name="Connector: Curved 32"/>
          <p:cNvCxnSpPr>
            <a:stCxn xmlns:a="http://schemas.openxmlformats.org/drawingml/2006/main" id="24" idx="0"/>
            <a:endCxn xmlns:a="http://schemas.openxmlformats.org/drawingml/2006/main" id="20" idx="0"/>
          </p:cNvCxnSpPr>
          <p:nvPr/>
        </p:nvCxnSpPr>
        <p:spPr>
          <a:xfrm xmlns:a="http://schemas.openxmlformats.org/drawingml/2006/main" rot="16200000" flipV="1">
            <a:off x="6160050" y="471181"/>
            <a:ext cx="12700" cy="2900412"/>
          </a:xfrm>
          <a:prstGeom xmlns:a="http://schemas.openxmlformats.org/drawingml/2006/main" prst="curvedConnector3">
            <a:avLst>
              <a:gd name="adj1" fmla="val 1800000"/>
            </a:avLst>
          </a:prstGeom>
          <a:ln xmlns:a="http://schemas.openxmlformats.org/drawingml/2006/main" w="28575" cap="flat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cxnSp>
        <p:nvCxnSpPr>
          <p:cNvPr id="98" name="Connector: Curved 40"/>
          <p:cNvCxnSpPr>
            <a:stCxn xmlns:a="http://schemas.openxmlformats.org/drawingml/2006/main" id="28" idx="2"/>
            <a:endCxn xmlns:a="http://schemas.openxmlformats.org/drawingml/2006/main" id="20" idx="2"/>
          </p:cNvCxnSpPr>
          <p:nvPr/>
        </p:nvCxnSpPr>
        <p:spPr>
          <a:xfrm xmlns:a="http://schemas.openxmlformats.org/drawingml/2006/main" rot="5400000">
            <a:off x="7610256" y="1181215"/>
            <a:ext cx="12700" cy="5800824"/>
          </a:xfrm>
          <a:prstGeom xmlns:a="http://schemas.openxmlformats.org/drawingml/2006/main" prst="curvedConnector3">
            <a:avLst>
              <a:gd name="adj1" fmla="val 3000000"/>
            </a:avLst>
          </a:prstGeom>
          <a:ln xmlns:a="http://schemas.openxmlformats.org/drawingml/2006/main" w="28575" cap="flat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72164ADF-E030-4D48-A7F3-7D5ACE3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88" y="1337406"/>
            <a:ext cx="9612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6"/>
                </a:solidFill>
              </a:rPr>
              <a:t>Policy Loop</a:t>
            </a:r>
            <a:endParaRPr sz="1200" b="1">
              <a:solidFill>
                <a:schemeClr val="accent6"/>
              </a:solidFill>
            </a:endParaR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8E1C387-511A-40C0-9214-454D93EE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02" y="4520153"/>
            <a:ext cx="14432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5"/>
                </a:solidFill>
              </a:rPr>
              <a:t>Telemetry Loop</a:t>
            </a:r>
            <a:endParaRPr sz="1200" b="1">
              <a:solidFill>
                <a:schemeClr val="accent5"/>
              </a:solidFill>
            </a:endParaR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A091D287-0C0F-49DC-85EE-DE0E206C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04" y="5344578"/>
            <a:ext cx="10878020" cy="5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优化器先输出可解释 Proposal，不直接自我修改生产图；用户批准后生成新 Blueprint Version，并保留旧版本用于复现实验。</a:t>
            </a:r>
            <a:endParaRPr sz="1600"/>
          </a:p>
        </p:txBody>
      </p:sp>
      <p:sp>
        <p:nvSpPr>
          <p:cNvPr id="5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A106FF-0849-45BD-859A-2AAD9DB65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Agent Optimization Research</a:t>
            </a:r>
            <a:endParaRPr/>
          </a:p>
        </p:txBody>
      </p:sp>
      <p:sp>
        <p:nvSpPr>
          <p:cNvPr id="3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C300EF-9162-4512-9638-49237478BA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2026-08-08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368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A7F8C40-FB2E-461A-9ED8-50BC073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6" y="4772847"/>
            <a:ext cx="10956601" cy="124844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7BD8B8-47F5-4B1D-B433-E537FB01D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论文实验：同一任务比较四种策略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7A7DC-D4BC-4C14-BDF6-B4610B422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9055DB-43B3-43F8-9A6B-992AA1EE50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2026-08-08</a:t>
            </a:r>
            <a:endParaRPr/>
          </a:p>
        </p:txBody>
      </p:sp>
      <p:sp>
        <p:nvSpPr>
          <p:cNvPr id="9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51CEA40-A6A9-48E5-8416-D1AD7D9168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Agent Optimization Research</a:t>
            </a: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FC545A5-32D1-48B5-B3C1-3CB1380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4872819"/>
            <a:ext cx="609698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accent1"/>
                </a:solidFill>
              </a:rPr>
              <a:t>推荐主指标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30EC9CE-20BA-4366-8D64-1470008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58" y="5211373"/>
            <a:ext cx="1046161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Quality 设最低门槛；在通过样本上比较 Cost-of-Pass 与端到端延迟，并绘制 Quality—Cost 和 Quality—Latency Pareto 前沿。</a:t>
            </a:r>
            <a:endParaRPr/>
          </a:p>
        </p:txBody>
      </p:sp>
      <p:graphicFrame>
        <p:nvGraphicFramePr>
          <p:cNvPr id="41" name="Content Placeholder 8"/>
          <p:cNvGraphicFramePr/>
          <p:nvPr/>
        </p:nvGraphicFramePr>
        <p:xfrm>
          <a:off xmlns:a="http://schemas.openxmlformats.org/drawingml/2006/main" x="536826" y="1556792"/>
          <a:ext xmlns:a="http://schemas.openxmlformats.org/drawingml/2006/main" cx="10956601" cy="285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7533"/>
                <a:gridCol w="4384534"/>
                <a:gridCol w="4384534"/>
              </a:tblGrid>
              <a:tr h="5977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变量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控制方式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输出指标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4B8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Architecture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Single / Cost / Latency / Quality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Agent 数、调用数、并行度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Runtime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同模型、同工具、同任务集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P50/P95、Token、Cost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752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Outcome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自动指标 + 人工抽检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i="0" u="none">
                          <a:solidFill>
                            <a:srgbClr val="333333"/>
                          </a:solidFill>
                          <a:latin typeface="+mn-lt"/>
                          <a:ea typeface="+mn-lt"/>
                          <a:cs typeface="+mn-lt"/>
                        </a:rPr>
                        <a:t>成功率、稳定性、失败类型</a:t>
                      </a:r>
                      <a:endParaRPr sz="12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53340" marR="53340" marT="22860" marB="22860" anchor="ctr">
                    <a:lnL w="7620" cmpd="sng">
                      <a:solidFill>
                        <a:srgbClr val="000000"/>
                      </a:solidFill>
                      <a:prstDash val="solid"/>
                    </a:lnL>
                    <a:lnR w="7620" cmpd="sng">
                      <a:solidFill>
                        <a:srgbClr val="000000"/>
                      </a:solidFill>
                      <a:prstDash val="solid"/>
                    </a:lnR>
                    <a:lnT w="7620" cmpd="sng">
                      <a:solidFill>
                        <a:srgbClr val="000000"/>
                      </a:solidFill>
                      <a:prstDash val="solid"/>
                    </a:lnT>
                    <a:lnB w="762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ed36249a049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5911" y="1597562"/>
            <a:ext cx="1400175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5e23a69494a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500" y="1594042"/>
            <a:ext cx="140970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3796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ectangle: Rounded Corners 53">
            <a:extLst xmlns:a="http://schemas.openxmlformats.org/drawingml/2006/main">
              <a:ext uri="{FF2B5EF4-FFF2-40B4-BE49-F238E27FC236}">
                <a16:creationId xmlns:a16="http://schemas.microsoft.com/office/drawing/2014/main" id="{DCC26DE8-DC28-4FB0-AF7B-1A8FA717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00" y="5148233"/>
            <a:ext cx="11268012" cy="97746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6F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7414D6-2513-45E4-B1CF-3984297D9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下一步实现顺序：先测量，再自动优化</a:t>
            </a:r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BE3A84-E6BD-418A-9574-89F2B5B266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84C54BFD-E145-47E4-A1F1-5D14F40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88" y="1924805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A30B2BE-777E-4E41-9085-C06538DC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00547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1"/>
                </a:solidFill>
              </a:rPr>
              <a:t>SPRINT 01</a:t>
            </a:r>
            <a:endParaRPr sz="1200" b="1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025F30A-DEDC-44E1-B947-C08012C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2790176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Telemetry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3D1E34E-9BC6-494B-8AF7-39B35D1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304" y="3178934"/>
            <a:ext cx="262829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关联 Blueprint、Run、Node 与模型调用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48469459-47F8-401C-BB77-CCB816D2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00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tx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C023CF-D43A-4833-8ADF-A5F415B4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020683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tx2"/>
                </a:solidFill>
              </a:rPr>
              <a:t>SPRINT 02</a:t>
            </a:r>
            <a:endParaRPr sz="1200" b="1">
              <a:solidFill>
                <a:schemeClr val="tx2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45BE4A8-5974-4E01-944B-CE02307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2805386"/>
            <a:ext cx="299042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tx2"/>
                </a:solidFill>
              </a:rPr>
              <a:t>Benchmark</a:t>
            </a:r>
            <a:endParaRPr sz="1600" b="1">
              <a:solidFill>
                <a:schemeClr val="tx2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B429C4B-9129-4C26-9BEA-A2BF4BFC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624" y="3194144"/>
            <a:ext cx="264839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建立固定任务集与基线重复实验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CA8723E4-8641-4B2C-8F0C-CE67B5E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112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3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B7C98B-EDA5-4617-9C99-7734014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3"/>
                </a:solidFill>
              </a:rPr>
              <a:t>SPRINT 03</a:t>
            </a:r>
            <a:endParaRPr sz="1200" b="1">
              <a:solidFill>
                <a:schemeClr val="accent3"/>
              </a:solidFill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199A4B-C3CD-4A4C-9A2A-41B1C58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2786758"/>
            <a:ext cx="223224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3"/>
                </a:solidFill>
              </a:rPr>
              <a:t>Policies</a:t>
            </a:r>
            <a:endParaRPr sz="1600" b="1">
              <a:solidFill>
                <a:schemeClr val="accent3"/>
              </a:solidFill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F545613-EF97-4A11-8093-23EA10C2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28" y="3175516"/>
            <a:ext cx="25391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实现路由、并行、裁剪与验证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7B44ABCA-5641-45B6-8B08-DF1C91C4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524" y="1921387"/>
            <a:ext cx="2592288" cy="216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3A25125-6E43-4A32-9C4B-08F9CE4B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002055"/>
            <a:ext cx="108012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2"/>
                </a:solidFill>
              </a:rPr>
              <a:t>SPRINT 04</a:t>
            </a:r>
            <a:endParaRPr sz="1200" b="1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B8650B-EFAC-486A-9AE7-F850ECA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2580945"/>
            <a:ext cx="244827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2"/>
                </a:solidFill>
              </a:rPr>
              <a:t>Controller</a:t>
            </a:r>
            <a:endParaRPr sz="1600" b="1">
              <a:solidFill>
                <a:schemeClr val="accent2"/>
              </a:solidFill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96B8604-8FBD-43C0-8A1E-4952B92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540" y="3175516"/>
            <a:ext cx="2448272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>
                    <a:lumMod val="50000"/>
                  </a:schemeClr>
                </a:solidFill>
              </a:rPr>
              <a:t>依据历史数据推荐 Pareto 配置</a:t>
            </a:r>
            <a:endParaRPr sz="1200" b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7" name="Connector: Curved 32"/>
          <p:cNvCxnSpPr>
            <a:stCxn xmlns:a="http://schemas.openxmlformats.org/drawingml/2006/main" id="24" idx="0"/>
            <a:endCxn xmlns:a="http://schemas.openxmlformats.org/drawingml/2006/main" id="20" idx="0"/>
          </p:cNvCxnSpPr>
          <p:nvPr/>
        </p:nvCxnSpPr>
        <p:spPr>
          <a:xfrm xmlns:a="http://schemas.openxmlformats.org/drawingml/2006/main" rot="16200000" flipV="1">
            <a:off x="6160050" y="471181"/>
            <a:ext cx="12700" cy="2900412"/>
          </a:xfrm>
          <a:prstGeom xmlns:a="http://schemas.openxmlformats.org/drawingml/2006/main" prst="curvedConnector3">
            <a:avLst>
              <a:gd name="adj1" fmla="val 1800000"/>
            </a:avLst>
          </a:prstGeom>
          <a:ln xmlns:a="http://schemas.openxmlformats.org/drawingml/2006/main" w="28575" cap="flat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cxnSp>
        <p:nvCxnSpPr>
          <p:cNvPr id="98" name="Connector: Curved 40"/>
          <p:cNvCxnSpPr>
            <a:stCxn xmlns:a="http://schemas.openxmlformats.org/drawingml/2006/main" id="28" idx="2"/>
            <a:endCxn xmlns:a="http://schemas.openxmlformats.org/drawingml/2006/main" id="20" idx="2"/>
          </p:cNvCxnSpPr>
          <p:nvPr/>
        </p:nvCxnSpPr>
        <p:spPr>
          <a:xfrm xmlns:a="http://schemas.openxmlformats.org/drawingml/2006/main" rot="5400000">
            <a:off x="7610256" y="1181215"/>
            <a:ext cx="12700" cy="5800824"/>
          </a:xfrm>
          <a:prstGeom xmlns:a="http://schemas.openxmlformats.org/drawingml/2006/main" prst="curvedConnector3">
            <a:avLst>
              <a:gd name="adj1" fmla="val 3000000"/>
            </a:avLst>
          </a:prstGeom>
          <a:ln xmlns:a="http://schemas.openxmlformats.org/drawingml/2006/main" w="28575" cap="flat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72164ADF-E030-4D48-A7F3-7D5ACE3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88" y="1337406"/>
            <a:ext cx="9612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6"/>
                </a:solidFill>
              </a:rPr>
              <a:t>Research Loop</a:t>
            </a:r>
            <a:endParaRPr sz="1200" b="1">
              <a:solidFill>
                <a:schemeClr val="accent6"/>
              </a:solidFill>
            </a:endParaR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8E1C387-511A-40C0-9214-454D93EE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02" y="4520153"/>
            <a:ext cx="14432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accent5"/>
                </a:solidFill>
              </a:rPr>
              <a:t>Deploy Loop</a:t>
            </a:r>
            <a:endParaRPr sz="1200" b="1">
              <a:solidFill>
                <a:schemeClr val="accent5"/>
              </a:solidFill>
            </a:endParaR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A091D287-0C0F-49DC-85EE-DE0E206C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04" y="5344578"/>
            <a:ext cx="10878020" cy="5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accent1"/>
                </a:solidFill>
              </a:rPr>
              <a:t>最小论文贡献：统一遥测 + 可复现架构版本 + 三维对照实验 + 可解释优化建议。无需一开始训练复杂强化学习控制器。</a:t>
            </a:r>
            <a:endParaRPr sz="1600"/>
          </a:p>
        </p:txBody>
      </p:sp>
      <p:sp>
        <p:nvSpPr>
          <p:cNvPr id="5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DA106FF-0849-45BD-859A-2AAD9DB65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0000" y="6408000"/>
            <a:ext cx="83664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Meta-Agent Thesis | Agent Optimization Research</a:t>
            </a:r>
            <a:endParaRPr/>
          </a:p>
        </p:txBody>
      </p:sp>
      <p:sp>
        <p:nvSpPr>
          <p:cNvPr id="3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C300EF-9162-4512-9638-49237478BA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997300" y="6408000"/>
            <a:ext cx="2160000" cy="18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München, 2026-08-08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36834"/>
      </p:ext>
    </p:extLst>
  </p:cSld>
</p:sld>
</file>

<file path=ppt/theme/theme1.xml><?xml version="1.0" encoding="utf-8"?>
<a:theme xmlns:a="http://schemas.openxmlformats.org/drawingml/2006/main" name="White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2026-08-08T15:46:30.6700000Z</dcterms:created>
  <dcterms:modified xsi:type="dcterms:W3CDTF">2026-08-08T15:46:30.6700000Z</dcterms:modified>
</coreProperties>
</file>